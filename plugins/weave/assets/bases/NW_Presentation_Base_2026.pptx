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6"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12"/>
  </p:notesMasterIdLst>
  <p:sldIdLst>
    <p:sldId id="3521" r:id="rId6"/>
    <p:sldId id="3519" r:id="rId7"/>
    <p:sldId id="3520" r:id="rId8"/>
    <p:sldId id="3518" r:id="rId9"/>
    <p:sldId id="3522" r:id="rId10"/>
    <p:sldId id="352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2" autoAdjust="0"/>
    <p:restoredTop sz="93792" autoAdjust="0"/>
  </p:normalViewPr>
  <p:slideViewPr>
    <p:cSldViewPr snapToGrid="0">
      <p:cViewPr varScale="1">
        <p:scale>
          <a:sx n="89" d="100"/>
          <a:sy n="89" d="100"/>
        </p:scale>
        <p:origin x="82" y="10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notesMaster" Target="notesMasters/notesMaster1.xml"/><Relationship Id="rId16" Type="http://schemas.openxmlformats.org/officeDocument/2006/relationships/tableStyles" Target="tableStyles.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slide" Target="slides/slide5.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C546F7-FF79-4247-9A46-FFB91FE124A0}" type="datetimeFigureOut">
              <a:rPr lang="en-IN" smtClean="0"/>
              <a:t>02-09-2026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E7F6A1-B88E-4771-AA47-F051A51E4BFA}" type="slidenum">
              <a:rPr lang="en-IN" smtClean="0"/>
              <a:t>‹#›</a:t>
            </a:fld>
            <a:endParaRPr lang="en-IN"/>
          </a:p>
        </p:txBody>
      </p:sp>
    </p:spTree>
    <p:extLst>
      <p:ext uri="{BB962C8B-B14F-4D97-AF65-F5344CB8AC3E}">
        <p14:creationId xmlns:p14="http://schemas.microsoft.com/office/powerpoint/2010/main" val="359613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Полилиния 20">
            <a:extLst>
              <a:ext uri="{FF2B5EF4-FFF2-40B4-BE49-F238E27FC236}">
                <a16:creationId xmlns:a16="http://schemas.microsoft.com/office/drawing/2014/main" id="{BA8FE05F-05E2-419D-EF75-8E33FE7D93B6}"/>
              </a:ext>
            </a:extLst>
          </p:cNvPr>
          <p:cNvSpPr/>
          <p:nvPr userDrawn="1"/>
        </p:nvSpPr>
        <p:spPr>
          <a:xfrm>
            <a:off x="10448499" y="3319"/>
            <a:ext cx="5077913" cy="6854681"/>
          </a:xfrm>
          <a:custGeom>
            <a:avLst/>
            <a:gdLst>
              <a:gd name="connsiteX0" fmla="*/ 0 w 9954942"/>
              <a:gd name="connsiteY0" fmla="*/ 0 h 13717588"/>
              <a:gd name="connsiteX1" fmla="*/ 3600399 w 9954942"/>
              <a:gd name="connsiteY1" fmla="*/ 0 h 13717588"/>
              <a:gd name="connsiteX2" fmla="*/ 9484680 w 9954942"/>
              <a:gd name="connsiteY2" fmla="*/ 5884281 h 13717588"/>
              <a:gd name="connsiteX3" fmla="*/ 9484680 w 9954942"/>
              <a:gd name="connsiteY3" fmla="*/ 8154907 h 13717588"/>
              <a:gd name="connsiteX4" fmla="*/ 3921998 w 9954942"/>
              <a:gd name="connsiteY4" fmla="*/ 13717588 h 13717588"/>
              <a:gd name="connsiteX5" fmla="*/ 321598 w 9954942"/>
              <a:gd name="connsiteY5" fmla="*/ 13717588 h 13717588"/>
              <a:gd name="connsiteX6" fmla="*/ 6508716 w 9954942"/>
              <a:gd name="connsiteY6" fmla="*/ 7530471 h 13717588"/>
              <a:gd name="connsiteX7" fmla="*/ 6508716 w 9954942"/>
              <a:gd name="connsiteY7" fmla="*/ 6508717 h 1371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54942" h="13717588">
                <a:moveTo>
                  <a:pt x="0" y="0"/>
                </a:moveTo>
                <a:lnTo>
                  <a:pt x="3600399" y="0"/>
                </a:lnTo>
                <a:lnTo>
                  <a:pt x="9484680" y="5884281"/>
                </a:lnTo>
                <a:cubicBezTo>
                  <a:pt x="10111696" y="6511298"/>
                  <a:pt x="10111696" y="7527892"/>
                  <a:pt x="9484680" y="8154907"/>
                </a:cubicBezTo>
                <a:lnTo>
                  <a:pt x="3921998" y="13717588"/>
                </a:lnTo>
                <a:lnTo>
                  <a:pt x="321598" y="13717588"/>
                </a:lnTo>
                <a:lnTo>
                  <a:pt x="6508716" y="7530471"/>
                </a:lnTo>
                <a:cubicBezTo>
                  <a:pt x="6790866" y="7248321"/>
                  <a:pt x="6790866" y="6790867"/>
                  <a:pt x="6508716" y="650871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dirty="0"/>
          </a:p>
        </p:txBody>
      </p:sp>
      <p:sp>
        <p:nvSpPr>
          <p:cNvPr id="7" name="Picture Placeholder 31">
            <a:extLst>
              <a:ext uri="{FF2B5EF4-FFF2-40B4-BE49-F238E27FC236}">
                <a16:creationId xmlns:a16="http://schemas.microsoft.com/office/drawing/2014/main" id="{87A1F719-2602-A42A-A56A-7E75398A2A58}"/>
              </a:ext>
            </a:extLst>
          </p:cNvPr>
          <p:cNvSpPr>
            <a:spLocks noGrp="1"/>
          </p:cNvSpPr>
          <p:nvPr>
            <p:ph type="pic" sz="quarter" idx="15" hasCustomPrompt="1"/>
          </p:nvPr>
        </p:nvSpPr>
        <p:spPr>
          <a:xfrm>
            <a:off x="1" y="2989968"/>
            <a:ext cx="2450135" cy="3664832"/>
          </a:xfrm>
          <a:custGeom>
            <a:avLst/>
            <a:gdLst>
              <a:gd name="connsiteX0" fmla="*/ 1837601 w 1837601"/>
              <a:gd name="connsiteY0" fmla="*/ 0 h 2748624"/>
              <a:gd name="connsiteX1" fmla="*/ 1837601 w 1837601"/>
              <a:gd name="connsiteY1" fmla="*/ 2094776 h 2748624"/>
              <a:gd name="connsiteX2" fmla="*/ 3 w 1837601"/>
              <a:gd name="connsiteY2" fmla="*/ 2748624 h 2748624"/>
              <a:gd name="connsiteX3" fmla="*/ 0 w 1837601"/>
              <a:gd name="connsiteY3" fmla="*/ 2748624 h 2748624"/>
              <a:gd name="connsiteX4" fmla="*/ 0 w 1837601"/>
              <a:gd name="connsiteY4" fmla="*/ 617944 h 2748624"/>
              <a:gd name="connsiteX5" fmla="*/ 269719 w 1837601"/>
              <a:gd name="connsiteY5" fmla="*/ 513916 h 2748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7601" h="2748624">
                <a:moveTo>
                  <a:pt x="1837601" y="0"/>
                </a:moveTo>
                <a:lnTo>
                  <a:pt x="1837601" y="2094776"/>
                </a:lnTo>
                <a:lnTo>
                  <a:pt x="3" y="2748624"/>
                </a:lnTo>
                <a:lnTo>
                  <a:pt x="0" y="2748624"/>
                </a:lnTo>
                <a:lnTo>
                  <a:pt x="0" y="617944"/>
                </a:lnTo>
                <a:lnTo>
                  <a:pt x="269719" y="513916"/>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ctr">
            <a:noAutofit/>
          </a:bodyPr>
          <a:lstStyle>
            <a:lvl1pPr algn="ctr" rtl="0">
              <a:buNone/>
              <a:defRPr sz="1200">
                <a:solidFill>
                  <a:schemeClr val="tx1">
                    <a:lumMod val="50000"/>
                    <a:lumOff val="50000"/>
                  </a:schemeClr>
                </a:solidFill>
              </a:defRPr>
            </a:lvl1pPr>
          </a:lstStyle>
          <a:p>
            <a:r>
              <a:rPr lang="en-US"/>
              <a:t>Image Holder</a:t>
            </a:r>
          </a:p>
        </p:txBody>
      </p:sp>
      <p:sp>
        <p:nvSpPr>
          <p:cNvPr id="8" name="Picture Placeholder 30">
            <a:extLst>
              <a:ext uri="{FF2B5EF4-FFF2-40B4-BE49-F238E27FC236}">
                <a16:creationId xmlns:a16="http://schemas.microsoft.com/office/drawing/2014/main" id="{C2928F3C-C3D0-6B99-E4A7-D8B33E97410E}"/>
              </a:ext>
            </a:extLst>
          </p:cNvPr>
          <p:cNvSpPr>
            <a:spLocks noGrp="1"/>
          </p:cNvSpPr>
          <p:nvPr>
            <p:ph type="pic" sz="quarter" idx="16" hasCustomPrompt="1"/>
          </p:nvPr>
        </p:nvSpPr>
        <p:spPr>
          <a:xfrm>
            <a:off x="2435468" y="2191678"/>
            <a:ext cx="2450135" cy="3591327"/>
          </a:xfrm>
          <a:custGeom>
            <a:avLst/>
            <a:gdLst>
              <a:gd name="connsiteX0" fmla="*/ 1837601 w 1837601"/>
              <a:gd name="connsiteY0" fmla="*/ 0 h 2693495"/>
              <a:gd name="connsiteX1" fmla="*/ 1837601 w 1837601"/>
              <a:gd name="connsiteY1" fmla="*/ 2043558 h 2693495"/>
              <a:gd name="connsiteX2" fmla="*/ 1837601 w 1837601"/>
              <a:gd name="connsiteY2" fmla="*/ 2043559 h 2693495"/>
              <a:gd name="connsiteX3" fmla="*/ 11002 w 1837601"/>
              <a:gd name="connsiteY3" fmla="*/ 2693495 h 2693495"/>
              <a:gd name="connsiteX4" fmla="*/ 11002 w 1837601"/>
              <a:gd name="connsiteY4" fmla="*/ 598719 h 2693495"/>
              <a:gd name="connsiteX5" fmla="*/ 0 w 1837601"/>
              <a:gd name="connsiteY5" fmla="*/ 602325 h 2693495"/>
              <a:gd name="connsiteX6" fmla="*/ 0 w 1837601"/>
              <a:gd name="connsiteY6" fmla="*/ 602324 h 2693495"/>
              <a:gd name="connsiteX7" fmla="*/ 1826600 w 1837601"/>
              <a:gd name="connsiteY7" fmla="*/ 3606 h 269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7601" h="2693495">
                <a:moveTo>
                  <a:pt x="1837601" y="0"/>
                </a:moveTo>
                <a:lnTo>
                  <a:pt x="1837601" y="2043558"/>
                </a:lnTo>
                <a:lnTo>
                  <a:pt x="1837601" y="2043559"/>
                </a:lnTo>
                <a:lnTo>
                  <a:pt x="11002" y="2693495"/>
                </a:lnTo>
                <a:lnTo>
                  <a:pt x="11002" y="598719"/>
                </a:lnTo>
                <a:lnTo>
                  <a:pt x="0" y="602325"/>
                </a:lnTo>
                <a:lnTo>
                  <a:pt x="0" y="602324"/>
                </a:lnTo>
                <a:lnTo>
                  <a:pt x="1826600" y="3606"/>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ctr">
            <a:noAutofit/>
          </a:bodyPr>
          <a:lstStyle>
            <a:lvl1pPr algn="ctr" rtl="0">
              <a:buNone/>
              <a:defRPr sz="1200">
                <a:solidFill>
                  <a:schemeClr val="tx1">
                    <a:lumMod val="50000"/>
                    <a:lumOff val="50000"/>
                  </a:schemeClr>
                </a:solidFill>
              </a:defRPr>
            </a:lvl1pPr>
          </a:lstStyle>
          <a:p>
            <a:r>
              <a:rPr lang="en-US"/>
              <a:t>Image Holder</a:t>
            </a:r>
          </a:p>
        </p:txBody>
      </p:sp>
      <p:sp>
        <p:nvSpPr>
          <p:cNvPr id="9" name="Picture Placeholder 29">
            <a:extLst>
              <a:ext uri="{FF2B5EF4-FFF2-40B4-BE49-F238E27FC236}">
                <a16:creationId xmlns:a16="http://schemas.microsoft.com/office/drawing/2014/main" id="{6D35958C-A160-0B9D-EABA-32040D44140E}"/>
              </a:ext>
            </a:extLst>
          </p:cNvPr>
          <p:cNvSpPr>
            <a:spLocks noGrp="1"/>
          </p:cNvSpPr>
          <p:nvPr>
            <p:ph type="pic" sz="quarter" idx="17" hasCustomPrompt="1"/>
          </p:nvPr>
        </p:nvSpPr>
        <p:spPr>
          <a:xfrm>
            <a:off x="4870934" y="1393383"/>
            <a:ext cx="2450135" cy="3523037"/>
          </a:xfrm>
          <a:custGeom>
            <a:avLst/>
            <a:gdLst>
              <a:gd name="connsiteX0" fmla="*/ 1837601 w 1837601"/>
              <a:gd name="connsiteY0" fmla="*/ 0 h 2642278"/>
              <a:gd name="connsiteX1" fmla="*/ 1837601 w 1837601"/>
              <a:gd name="connsiteY1" fmla="*/ 1992343 h 2642278"/>
              <a:gd name="connsiteX2" fmla="*/ 11001 w 1837601"/>
              <a:gd name="connsiteY2" fmla="*/ 2642278 h 2642278"/>
              <a:gd name="connsiteX3" fmla="*/ 11001 w 1837601"/>
              <a:gd name="connsiteY3" fmla="*/ 598720 h 2642278"/>
              <a:gd name="connsiteX4" fmla="*/ 0 w 1837601"/>
              <a:gd name="connsiteY4" fmla="*/ 602326 h 2642278"/>
              <a:gd name="connsiteX5" fmla="*/ 0 w 1837601"/>
              <a:gd name="connsiteY5" fmla="*/ 602325 h 264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7601" h="2642278">
                <a:moveTo>
                  <a:pt x="1837601" y="0"/>
                </a:moveTo>
                <a:lnTo>
                  <a:pt x="1837601" y="1992343"/>
                </a:lnTo>
                <a:lnTo>
                  <a:pt x="11001" y="2642278"/>
                </a:lnTo>
                <a:lnTo>
                  <a:pt x="11001" y="598720"/>
                </a:lnTo>
                <a:lnTo>
                  <a:pt x="0" y="602326"/>
                </a:lnTo>
                <a:lnTo>
                  <a:pt x="0" y="602325"/>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ctr">
            <a:noAutofit/>
          </a:bodyPr>
          <a:lstStyle>
            <a:lvl1pPr algn="ctr" rtl="0">
              <a:buNone/>
              <a:defRPr sz="1200">
                <a:solidFill>
                  <a:schemeClr val="tx1">
                    <a:lumMod val="50000"/>
                    <a:lumOff val="50000"/>
                  </a:schemeClr>
                </a:solidFill>
              </a:defRPr>
            </a:lvl1pPr>
          </a:lstStyle>
          <a:p>
            <a:r>
              <a:rPr lang="en-US"/>
              <a:t>Image Holder</a:t>
            </a:r>
          </a:p>
        </p:txBody>
      </p:sp>
      <p:sp>
        <p:nvSpPr>
          <p:cNvPr id="10" name="Picture Placeholder 28">
            <a:extLst>
              <a:ext uri="{FF2B5EF4-FFF2-40B4-BE49-F238E27FC236}">
                <a16:creationId xmlns:a16="http://schemas.microsoft.com/office/drawing/2014/main" id="{F3DC38B9-6E1D-46B9-C80A-CAA3967F2E8E}"/>
              </a:ext>
            </a:extLst>
          </p:cNvPr>
          <p:cNvSpPr>
            <a:spLocks noGrp="1"/>
          </p:cNvSpPr>
          <p:nvPr>
            <p:ph type="pic" sz="quarter" idx="18" hasCustomPrompt="1"/>
          </p:nvPr>
        </p:nvSpPr>
        <p:spPr>
          <a:xfrm>
            <a:off x="7321065" y="595091"/>
            <a:ext cx="2435467" cy="3454749"/>
          </a:xfrm>
          <a:custGeom>
            <a:avLst/>
            <a:gdLst>
              <a:gd name="connsiteX0" fmla="*/ 1826600 w 1826600"/>
              <a:gd name="connsiteY0" fmla="*/ 0 h 2591062"/>
              <a:gd name="connsiteX1" fmla="*/ 1826600 w 1826600"/>
              <a:gd name="connsiteY1" fmla="*/ 2 h 2591062"/>
              <a:gd name="connsiteX2" fmla="*/ 1826600 w 1826600"/>
              <a:gd name="connsiteY2" fmla="*/ 1941126 h 2591062"/>
              <a:gd name="connsiteX3" fmla="*/ 1815599 w 1826600"/>
              <a:gd name="connsiteY3" fmla="*/ 1945040 h 2591062"/>
              <a:gd name="connsiteX4" fmla="*/ 0 w 1826600"/>
              <a:gd name="connsiteY4" fmla="*/ 2591062 h 2591062"/>
              <a:gd name="connsiteX5" fmla="*/ 0 w 1826600"/>
              <a:gd name="connsiteY5" fmla="*/ 598719 h 2591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6600" h="2591062">
                <a:moveTo>
                  <a:pt x="1826600" y="0"/>
                </a:moveTo>
                <a:lnTo>
                  <a:pt x="1826600" y="2"/>
                </a:lnTo>
                <a:lnTo>
                  <a:pt x="1826600" y="1941126"/>
                </a:lnTo>
                <a:lnTo>
                  <a:pt x="1815599" y="1945040"/>
                </a:lnTo>
                <a:lnTo>
                  <a:pt x="0" y="2591062"/>
                </a:lnTo>
                <a:lnTo>
                  <a:pt x="0" y="598719"/>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ctr">
            <a:noAutofit/>
          </a:bodyPr>
          <a:lstStyle>
            <a:lvl1pPr algn="ctr" rtl="0">
              <a:buNone/>
              <a:defRPr sz="1200">
                <a:solidFill>
                  <a:schemeClr val="tx1">
                    <a:lumMod val="50000"/>
                    <a:lumOff val="50000"/>
                  </a:schemeClr>
                </a:solidFill>
              </a:defRPr>
            </a:lvl1pPr>
          </a:lstStyle>
          <a:p>
            <a:r>
              <a:rPr lang="en-US"/>
              <a:t>Image Holder</a:t>
            </a:r>
          </a:p>
        </p:txBody>
      </p:sp>
      <p:sp>
        <p:nvSpPr>
          <p:cNvPr id="11" name="Picture Placeholder 27">
            <a:extLst>
              <a:ext uri="{FF2B5EF4-FFF2-40B4-BE49-F238E27FC236}">
                <a16:creationId xmlns:a16="http://schemas.microsoft.com/office/drawing/2014/main" id="{35D254F3-4DBF-D76D-96B7-279BFA207A4B}"/>
              </a:ext>
            </a:extLst>
          </p:cNvPr>
          <p:cNvSpPr>
            <a:spLocks noGrp="1"/>
          </p:cNvSpPr>
          <p:nvPr>
            <p:ph type="pic" sz="quarter" idx="19" hasCustomPrompt="1"/>
          </p:nvPr>
        </p:nvSpPr>
        <p:spPr>
          <a:xfrm>
            <a:off x="9741868" y="-203200"/>
            <a:ext cx="2450135" cy="3391680"/>
          </a:xfrm>
          <a:custGeom>
            <a:avLst/>
            <a:gdLst>
              <a:gd name="connsiteX0" fmla="*/ 1837601 w 1837601"/>
              <a:gd name="connsiteY0" fmla="*/ 1 h 2543760"/>
              <a:gd name="connsiteX1" fmla="*/ 1837601 w 1837601"/>
              <a:gd name="connsiteY1" fmla="*/ 1889910 h 2543760"/>
              <a:gd name="connsiteX2" fmla="*/ 0 w 1837601"/>
              <a:gd name="connsiteY2" fmla="*/ 2543760 h 2543760"/>
              <a:gd name="connsiteX3" fmla="*/ 0 w 1837601"/>
              <a:gd name="connsiteY3" fmla="*/ 2543758 h 2543760"/>
              <a:gd name="connsiteX4" fmla="*/ 11001 w 1837601"/>
              <a:gd name="connsiteY4" fmla="*/ 2539844 h 2543760"/>
              <a:gd name="connsiteX5" fmla="*/ 11001 w 1837601"/>
              <a:gd name="connsiteY5" fmla="*/ 598720 h 2543760"/>
              <a:gd name="connsiteX6" fmla="*/ 1816645 w 1837601"/>
              <a:gd name="connsiteY6" fmla="*/ 0 h 2543760"/>
              <a:gd name="connsiteX7" fmla="*/ 1837601 w 1837601"/>
              <a:gd name="connsiteY7" fmla="*/ 0 h 2543760"/>
              <a:gd name="connsiteX8" fmla="*/ 1837601 w 1837601"/>
              <a:gd name="connsiteY8" fmla="*/ 1 h 2543760"/>
              <a:gd name="connsiteX9" fmla="*/ 1816645 w 1837601"/>
              <a:gd name="connsiteY9" fmla="*/ 1 h 254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37601" h="2543760">
                <a:moveTo>
                  <a:pt x="1837601" y="1"/>
                </a:moveTo>
                <a:lnTo>
                  <a:pt x="1837601" y="1889910"/>
                </a:lnTo>
                <a:lnTo>
                  <a:pt x="0" y="2543760"/>
                </a:lnTo>
                <a:lnTo>
                  <a:pt x="0" y="2543758"/>
                </a:lnTo>
                <a:lnTo>
                  <a:pt x="11001" y="2539844"/>
                </a:lnTo>
                <a:lnTo>
                  <a:pt x="11001" y="598720"/>
                </a:lnTo>
                <a:close/>
                <a:moveTo>
                  <a:pt x="1816645" y="0"/>
                </a:moveTo>
                <a:lnTo>
                  <a:pt x="1837601" y="0"/>
                </a:lnTo>
                <a:lnTo>
                  <a:pt x="1837601" y="1"/>
                </a:lnTo>
                <a:lnTo>
                  <a:pt x="1816645" y="1"/>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ctr">
            <a:noAutofit/>
          </a:bodyPr>
          <a:lstStyle>
            <a:lvl1pPr algn="ctr" rtl="0">
              <a:buNone/>
              <a:defRPr sz="1200">
                <a:solidFill>
                  <a:schemeClr val="tx1">
                    <a:lumMod val="50000"/>
                    <a:lumOff val="50000"/>
                  </a:schemeClr>
                </a:solidFill>
              </a:defRPr>
            </a:lvl1pPr>
          </a:lstStyle>
          <a:p>
            <a:r>
              <a:rPr lang="en-US"/>
              <a:t>Image Holder</a:t>
            </a:r>
          </a:p>
        </p:txBody>
      </p:sp>
      <p:sp>
        <p:nvSpPr>
          <p:cNvPr id="3" name="Subtitle 2">
            <a:extLst>
              <a:ext uri="{FF2B5EF4-FFF2-40B4-BE49-F238E27FC236}">
                <a16:creationId xmlns:a16="http://schemas.microsoft.com/office/drawing/2014/main" id="{9A1DE288-8B6E-E06B-C3A1-4425BBAE763A}"/>
              </a:ext>
            </a:extLst>
          </p:cNvPr>
          <p:cNvSpPr>
            <a:spLocks noGrp="1"/>
          </p:cNvSpPr>
          <p:nvPr>
            <p:ph type="subTitle" idx="1"/>
          </p:nvPr>
        </p:nvSpPr>
        <p:spPr>
          <a:xfrm>
            <a:off x="6648450" y="4524060"/>
            <a:ext cx="4019550" cy="1258944"/>
          </a:xfrm>
        </p:spPr>
        <p:txBody>
          <a:bodyPr>
            <a:normAutofit/>
          </a:bodyPr>
          <a:lstStyle>
            <a:lvl1pPr marL="0" indent="0" algn="l">
              <a:lnSpc>
                <a:spcPct val="110000"/>
              </a:lnSpc>
              <a:spcBef>
                <a:spcPts val="800"/>
              </a:spcBef>
              <a:buNone/>
              <a:defRPr sz="18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dirty="0"/>
          </a:p>
        </p:txBody>
      </p:sp>
      <p:grpSp>
        <p:nvGrpSpPr>
          <p:cNvPr id="13" name="Group 12">
            <a:extLst>
              <a:ext uri="{FF2B5EF4-FFF2-40B4-BE49-F238E27FC236}">
                <a16:creationId xmlns:a16="http://schemas.microsoft.com/office/drawing/2014/main" id="{05A955F1-1E90-D0D3-5635-1391A8F2319B}"/>
              </a:ext>
            </a:extLst>
          </p:cNvPr>
          <p:cNvGrpSpPr/>
          <p:nvPr userDrawn="1"/>
        </p:nvGrpSpPr>
        <p:grpSpPr>
          <a:xfrm>
            <a:off x="657064" y="798291"/>
            <a:ext cx="5009900" cy="537480"/>
            <a:chOff x="1058766" y="1142762"/>
            <a:chExt cx="3593801" cy="385556"/>
          </a:xfrm>
        </p:grpSpPr>
        <p:pic>
          <p:nvPicPr>
            <p:cNvPr id="14" name="Picture 13" descr="Logo&#10;&#10;Description automatically generated">
              <a:extLst>
                <a:ext uri="{FF2B5EF4-FFF2-40B4-BE49-F238E27FC236}">
                  <a16:creationId xmlns:a16="http://schemas.microsoft.com/office/drawing/2014/main" id="{7123B956-734D-CDBE-34C5-118E11737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766" y="1211388"/>
              <a:ext cx="2062717" cy="311695"/>
            </a:xfrm>
            <a:prstGeom prst="rect">
              <a:avLst/>
            </a:prstGeom>
          </p:spPr>
        </p:pic>
        <p:pic>
          <p:nvPicPr>
            <p:cNvPr id="15" name="Picture 11">
              <a:extLst>
                <a:ext uri="{FF2B5EF4-FFF2-40B4-BE49-F238E27FC236}">
                  <a16:creationId xmlns:a16="http://schemas.microsoft.com/office/drawing/2014/main" id="{03B80F5C-43DA-275D-4E75-AE53C5E6A1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536420" y="1233184"/>
              <a:ext cx="1116147" cy="248032"/>
            </a:xfrm>
            <a:prstGeom prst="rect">
              <a:avLst/>
            </a:prstGeom>
          </p:spPr>
        </p:pic>
        <p:cxnSp>
          <p:nvCxnSpPr>
            <p:cNvPr id="16" name="Straight Connector 15">
              <a:extLst>
                <a:ext uri="{FF2B5EF4-FFF2-40B4-BE49-F238E27FC236}">
                  <a16:creationId xmlns:a16="http://schemas.microsoft.com/office/drawing/2014/main" id="{76A2126D-CDEB-22CD-152A-654ACB0165BB}"/>
                </a:ext>
              </a:extLst>
            </p:cNvPr>
            <p:cNvCxnSpPr>
              <a:cxnSpLocks/>
            </p:cNvCxnSpPr>
            <p:nvPr/>
          </p:nvCxnSpPr>
          <p:spPr>
            <a:xfrm>
              <a:off x="3293666" y="1142762"/>
              <a:ext cx="0" cy="385556"/>
            </a:xfrm>
            <a:prstGeom prst="line">
              <a:avLst/>
            </a:prstGeom>
            <a:ln>
              <a:solidFill>
                <a:srgbClr val="375991">
                  <a:alpha val="33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5550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A2B81-86E5-D6B5-222E-09723E1B813E}"/>
              </a:ext>
            </a:extLst>
          </p:cNvPr>
          <p:cNvSpPr>
            <a:spLocks noGrp="1"/>
          </p:cNvSpPr>
          <p:nvPr>
            <p:ph type="title"/>
          </p:nvPr>
        </p:nvSpPr>
        <p:spPr/>
        <p:txBody>
          <a:bodyPr>
            <a:normAutofit/>
          </a:bodyPr>
          <a:lstStyle>
            <a:lvl1pPr>
              <a:defRPr sz="4000"/>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11818B51-9915-B7C0-D531-18F027A538AC}"/>
              </a:ext>
            </a:extLst>
          </p:cNvPr>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30036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for Verticals">
    <p:spTree>
      <p:nvGrpSpPr>
        <p:cNvPr id="1" name=""/>
        <p:cNvGrpSpPr/>
        <p:nvPr/>
      </p:nvGrpSpPr>
      <p:grpSpPr>
        <a:xfrm>
          <a:off x="0" y="0"/>
          <a:ext cx="0" cy="0"/>
          <a:chOff x="0" y="0"/>
          <a:chExt cx="0" cy="0"/>
        </a:xfrm>
      </p:grpSpPr>
      <p:sp>
        <p:nvSpPr>
          <p:cNvPr id="12" name="Полилиния 20">
            <a:extLst>
              <a:ext uri="{FF2B5EF4-FFF2-40B4-BE49-F238E27FC236}">
                <a16:creationId xmlns:a16="http://schemas.microsoft.com/office/drawing/2014/main" id="{BA8FE05F-05E2-419D-EF75-8E33FE7D93B6}"/>
              </a:ext>
            </a:extLst>
          </p:cNvPr>
          <p:cNvSpPr/>
          <p:nvPr userDrawn="1"/>
        </p:nvSpPr>
        <p:spPr>
          <a:xfrm>
            <a:off x="10454719" y="0"/>
            <a:ext cx="4976823" cy="6858000"/>
          </a:xfrm>
          <a:custGeom>
            <a:avLst/>
            <a:gdLst>
              <a:gd name="connsiteX0" fmla="*/ 0 w 9954942"/>
              <a:gd name="connsiteY0" fmla="*/ 0 h 13717588"/>
              <a:gd name="connsiteX1" fmla="*/ 3600399 w 9954942"/>
              <a:gd name="connsiteY1" fmla="*/ 0 h 13717588"/>
              <a:gd name="connsiteX2" fmla="*/ 9484680 w 9954942"/>
              <a:gd name="connsiteY2" fmla="*/ 5884281 h 13717588"/>
              <a:gd name="connsiteX3" fmla="*/ 9484680 w 9954942"/>
              <a:gd name="connsiteY3" fmla="*/ 8154907 h 13717588"/>
              <a:gd name="connsiteX4" fmla="*/ 3921998 w 9954942"/>
              <a:gd name="connsiteY4" fmla="*/ 13717588 h 13717588"/>
              <a:gd name="connsiteX5" fmla="*/ 321598 w 9954942"/>
              <a:gd name="connsiteY5" fmla="*/ 13717588 h 13717588"/>
              <a:gd name="connsiteX6" fmla="*/ 6508716 w 9954942"/>
              <a:gd name="connsiteY6" fmla="*/ 7530471 h 13717588"/>
              <a:gd name="connsiteX7" fmla="*/ 6508716 w 9954942"/>
              <a:gd name="connsiteY7" fmla="*/ 6508717 h 1371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54942" h="13717588">
                <a:moveTo>
                  <a:pt x="0" y="0"/>
                </a:moveTo>
                <a:lnTo>
                  <a:pt x="3600399" y="0"/>
                </a:lnTo>
                <a:lnTo>
                  <a:pt x="9484680" y="5884281"/>
                </a:lnTo>
                <a:cubicBezTo>
                  <a:pt x="10111696" y="6511298"/>
                  <a:pt x="10111696" y="7527892"/>
                  <a:pt x="9484680" y="8154907"/>
                </a:cubicBezTo>
                <a:lnTo>
                  <a:pt x="3921998" y="13717588"/>
                </a:lnTo>
                <a:lnTo>
                  <a:pt x="321598" y="13717588"/>
                </a:lnTo>
                <a:lnTo>
                  <a:pt x="6508716" y="7530471"/>
                </a:lnTo>
                <a:cubicBezTo>
                  <a:pt x="6790866" y="7248321"/>
                  <a:pt x="6790866" y="6790867"/>
                  <a:pt x="6508716" y="650871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dirty="0"/>
          </a:p>
        </p:txBody>
      </p:sp>
      <p:sp>
        <p:nvSpPr>
          <p:cNvPr id="7" name="Picture Placeholder 31">
            <a:extLst>
              <a:ext uri="{FF2B5EF4-FFF2-40B4-BE49-F238E27FC236}">
                <a16:creationId xmlns:a16="http://schemas.microsoft.com/office/drawing/2014/main" id="{87A1F719-2602-A42A-A56A-7E75398A2A58}"/>
              </a:ext>
            </a:extLst>
          </p:cNvPr>
          <p:cNvSpPr>
            <a:spLocks noGrp="1"/>
          </p:cNvSpPr>
          <p:nvPr>
            <p:ph type="pic" sz="quarter" idx="15" hasCustomPrompt="1"/>
          </p:nvPr>
        </p:nvSpPr>
        <p:spPr>
          <a:xfrm>
            <a:off x="619478" y="2991552"/>
            <a:ext cx="2151434" cy="3218045"/>
          </a:xfrm>
          <a:custGeom>
            <a:avLst/>
            <a:gdLst>
              <a:gd name="connsiteX0" fmla="*/ 1837601 w 1837601"/>
              <a:gd name="connsiteY0" fmla="*/ 0 h 2748624"/>
              <a:gd name="connsiteX1" fmla="*/ 1837601 w 1837601"/>
              <a:gd name="connsiteY1" fmla="*/ 2094776 h 2748624"/>
              <a:gd name="connsiteX2" fmla="*/ 3 w 1837601"/>
              <a:gd name="connsiteY2" fmla="*/ 2748624 h 2748624"/>
              <a:gd name="connsiteX3" fmla="*/ 0 w 1837601"/>
              <a:gd name="connsiteY3" fmla="*/ 2748624 h 2748624"/>
              <a:gd name="connsiteX4" fmla="*/ 0 w 1837601"/>
              <a:gd name="connsiteY4" fmla="*/ 617944 h 2748624"/>
              <a:gd name="connsiteX5" fmla="*/ 269719 w 1837601"/>
              <a:gd name="connsiteY5" fmla="*/ 513916 h 2748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7601" h="2748624">
                <a:moveTo>
                  <a:pt x="1837601" y="0"/>
                </a:moveTo>
                <a:lnTo>
                  <a:pt x="1837601" y="2094776"/>
                </a:lnTo>
                <a:lnTo>
                  <a:pt x="3" y="2748624"/>
                </a:lnTo>
                <a:lnTo>
                  <a:pt x="0" y="2748624"/>
                </a:lnTo>
                <a:lnTo>
                  <a:pt x="0" y="617944"/>
                </a:lnTo>
                <a:lnTo>
                  <a:pt x="269719" y="513916"/>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ctr">
            <a:noAutofit/>
          </a:bodyPr>
          <a:lstStyle>
            <a:lvl1pPr algn="ctr" rtl="0">
              <a:buNone/>
              <a:defRPr sz="1200">
                <a:solidFill>
                  <a:schemeClr val="tx1">
                    <a:lumMod val="50000"/>
                    <a:lumOff val="50000"/>
                  </a:schemeClr>
                </a:solidFill>
              </a:defRPr>
            </a:lvl1pPr>
          </a:lstStyle>
          <a:p>
            <a:r>
              <a:rPr lang="en-US"/>
              <a:t>Image Holder</a:t>
            </a:r>
          </a:p>
        </p:txBody>
      </p:sp>
      <p:sp>
        <p:nvSpPr>
          <p:cNvPr id="8" name="Picture Placeholder 30">
            <a:extLst>
              <a:ext uri="{FF2B5EF4-FFF2-40B4-BE49-F238E27FC236}">
                <a16:creationId xmlns:a16="http://schemas.microsoft.com/office/drawing/2014/main" id="{C2928F3C-C3D0-6B99-E4A7-D8B33E97410E}"/>
              </a:ext>
            </a:extLst>
          </p:cNvPr>
          <p:cNvSpPr>
            <a:spLocks noGrp="1"/>
          </p:cNvSpPr>
          <p:nvPr>
            <p:ph type="pic" sz="quarter" idx="16" hasCustomPrompt="1"/>
          </p:nvPr>
        </p:nvSpPr>
        <p:spPr>
          <a:xfrm>
            <a:off x="3283912" y="1741148"/>
            <a:ext cx="2151434" cy="3153501"/>
          </a:xfrm>
          <a:custGeom>
            <a:avLst/>
            <a:gdLst>
              <a:gd name="connsiteX0" fmla="*/ 1837601 w 1837601"/>
              <a:gd name="connsiteY0" fmla="*/ 0 h 2693495"/>
              <a:gd name="connsiteX1" fmla="*/ 1837601 w 1837601"/>
              <a:gd name="connsiteY1" fmla="*/ 2043558 h 2693495"/>
              <a:gd name="connsiteX2" fmla="*/ 1837601 w 1837601"/>
              <a:gd name="connsiteY2" fmla="*/ 2043559 h 2693495"/>
              <a:gd name="connsiteX3" fmla="*/ 11002 w 1837601"/>
              <a:gd name="connsiteY3" fmla="*/ 2693495 h 2693495"/>
              <a:gd name="connsiteX4" fmla="*/ 11002 w 1837601"/>
              <a:gd name="connsiteY4" fmla="*/ 598719 h 2693495"/>
              <a:gd name="connsiteX5" fmla="*/ 0 w 1837601"/>
              <a:gd name="connsiteY5" fmla="*/ 602325 h 2693495"/>
              <a:gd name="connsiteX6" fmla="*/ 0 w 1837601"/>
              <a:gd name="connsiteY6" fmla="*/ 602324 h 2693495"/>
              <a:gd name="connsiteX7" fmla="*/ 1826600 w 1837601"/>
              <a:gd name="connsiteY7" fmla="*/ 3606 h 269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7601" h="2693495">
                <a:moveTo>
                  <a:pt x="1837601" y="0"/>
                </a:moveTo>
                <a:lnTo>
                  <a:pt x="1837601" y="2043558"/>
                </a:lnTo>
                <a:lnTo>
                  <a:pt x="1837601" y="2043559"/>
                </a:lnTo>
                <a:lnTo>
                  <a:pt x="11002" y="2693495"/>
                </a:lnTo>
                <a:lnTo>
                  <a:pt x="11002" y="598719"/>
                </a:lnTo>
                <a:lnTo>
                  <a:pt x="0" y="602325"/>
                </a:lnTo>
                <a:lnTo>
                  <a:pt x="0" y="602324"/>
                </a:lnTo>
                <a:lnTo>
                  <a:pt x="1826600" y="3606"/>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ctr">
            <a:noAutofit/>
          </a:bodyPr>
          <a:lstStyle>
            <a:lvl1pPr algn="ctr" rtl="0">
              <a:buNone/>
              <a:defRPr sz="1200">
                <a:solidFill>
                  <a:schemeClr val="tx1">
                    <a:lumMod val="50000"/>
                    <a:lumOff val="50000"/>
                  </a:schemeClr>
                </a:solidFill>
              </a:defRPr>
            </a:lvl1pPr>
          </a:lstStyle>
          <a:p>
            <a:r>
              <a:rPr lang="en-US" dirty="0"/>
              <a:t>Image Holder</a:t>
            </a:r>
          </a:p>
        </p:txBody>
      </p:sp>
      <p:sp>
        <p:nvSpPr>
          <p:cNvPr id="2" name="Title 1">
            <a:extLst>
              <a:ext uri="{FF2B5EF4-FFF2-40B4-BE49-F238E27FC236}">
                <a16:creationId xmlns:a16="http://schemas.microsoft.com/office/drawing/2014/main" id="{EB8D2BA5-C15E-284C-E8CB-1DA8708F73B7}"/>
              </a:ext>
            </a:extLst>
          </p:cNvPr>
          <p:cNvSpPr>
            <a:spLocks noGrp="1"/>
          </p:cNvSpPr>
          <p:nvPr>
            <p:ph type="ctrTitle"/>
          </p:nvPr>
        </p:nvSpPr>
        <p:spPr>
          <a:xfrm>
            <a:off x="5948347" y="1122363"/>
            <a:ext cx="4976823" cy="3478212"/>
          </a:xfrm>
        </p:spPr>
        <p:txBody>
          <a:bodyPr anchor="b">
            <a:normAutofit/>
          </a:bodyPr>
          <a:lstStyle>
            <a:lvl1pPr algn="l">
              <a:defRPr sz="4800">
                <a:solidFill>
                  <a:srgbClr val="00B0F0"/>
                </a:solidFill>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9A1DE288-8B6E-E06B-C3A1-4425BBAE763A}"/>
              </a:ext>
            </a:extLst>
          </p:cNvPr>
          <p:cNvSpPr>
            <a:spLocks noGrp="1"/>
          </p:cNvSpPr>
          <p:nvPr>
            <p:ph type="subTitle" idx="1"/>
          </p:nvPr>
        </p:nvSpPr>
        <p:spPr>
          <a:xfrm>
            <a:off x="5948347" y="4727260"/>
            <a:ext cx="4976823" cy="1258944"/>
          </a:xfrm>
        </p:spPr>
        <p:txBody>
          <a:bodyPr>
            <a:normAutofit/>
          </a:bodyPr>
          <a:lstStyle>
            <a:lvl1pPr marL="0" indent="0" algn="l">
              <a:lnSpc>
                <a:spcPct val="110000"/>
              </a:lnSpc>
              <a:spcBef>
                <a:spcPts val="800"/>
              </a:spcBef>
              <a:buNone/>
              <a:defRPr sz="18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dirty="0"/>
          </a:p>
        </p:txBody>
      </p:sp>
      <p:grpSp>
        <p:nvGrpSpPr>
          <p:cNvPr id="13" name="Group 12">
            <a:extLst>
              <a:ext uri="{FF2B5EF4-FFF2-40B4-BE49-F238E27FC236}">
                <a16:creationId xmlns:a16="http://schemas.microsoft.com/office/drawing/2014/main" id="{05A955F1-1E90-D0D3-5635-1391A8F2319B}"/>
              </a:ext>
            </a:extLst>
          </p:cNvPr>
          <p:cNvGrpSpPr/>
          <p:nvPr userDrawn="1"/>
        </p:nvGrpSpPr>
        <p:grpSpPr>
          <a:xfrm>
            <a:off x="657064" y="798291"/>
            <a:ext cx="5009900" cy="537480"/>
            <a:chOff x="1058766" y="1142762"/>
            <a:chExt cx="3593801" cy="385556"/>
          </a:xfrm>
        </p:grpSpPr>
        <p:pic>
          <p:nvPicPr>
            <p:cNvPr id="14" name="Picture 13" descr="Logo&#10;&#10;Description automatically generated">
              <a:extLst>
                <a:ext uri="{FF2B5EF4-FFF2-40B4-BE49-F238E27FC236}">
                  <a16:creationId xmlns:a16="http://schemas.microsoft.com/office/drawing/2014/main" id="{7123B956-734D-CDBE-34C5-118E11737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766" y="1211388"/>
              <a:ext cx="2062717" cy="311695"/>
            </a:xfrm>
            <a:prstGeom prst="rect">
              <a:avLst/>
            </a:prstGeom>
          </p:spPr>
        </p:pic>
        <p:pic>
          <p:nvPicPr>
            <p:cNvPr id="15" name="Picture 11">
              <a:extLst>
                <a:ext uri="{FF2B5EF4-FFF2-40B4-BE49-F238E27FC236}">
                  <a16:creationId xmlns:a16="http://schemas.microsoft.com/office/drawing/2014/main" id="{03B80F5C-43DA-275D-4E75-AE53C5E6A1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536420" y="1233184"/>
              <a:ext cx="1116147" cy="248032"/>
            </a:xfrm>
            <a:prstGeom prst="rect">
              <a:avLst/>
            </a:prstGeom>
          </p:spPr>
        </p:pic>
        <p:cxnSp>
          <p:nvCxnSpPr>
            <p:cNvPr id="16" name="Straight Connector 15">
              <a:extLst>
                <a:ext uri="{FF2B5EF4-FFF2-40B4-BE49-F238E27FC236}">
                  <a16:creationId xmlns:a16="http://schemas.microsoft.com/office/drawing/2014/main" id="{76A2126D-CDEB-22CD-152A-654ACB0165BB}"/>
                </a:ext>
              </a:extLst>
            </p:cNvPr>
            <p:cNvCxnSpPr>
              <a:cxnSpLocks/>
            </p:cNvCxnSpPr>
            <p:nvPr/>
          </p:nvCxnSpPr>
          <p:spPr>
            <a:xfrm>
              <a:off x="3293666" y="1142762"/>
              <a:ext cx="0" cy="385556"/>
            </a:xfrm>
            <a:prstGeom prst="line">
              <a:avLst/>
            </a:prstGeom>
            <a:ln>
              <a:solidFill>
                <a:srgbClr val="375991">
                  <a:alpha val="33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1377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Скругленный прямоугольник 6">
            <a:extLst>
              <a:ext uri="{FF2B5EF4-FFF2-40B4-BE49-F238E27FC236}">
                <a16:creationId xmlns:a16="http://schemas.microsoft.com/office/drawing/2014/main" id="{37BD8BD6-1AB0-01FE-1A62-0F6F9B6B11D7}"/>
              </a:ext>
            </a:extLst>
          </p:cNvPr>
          <p:cNvSpPr/>
          <p:nvPr userDrawn="1"/>
        </p:nvSpPr>
        <p:spPr>
          <a:xfrm rot="2700000">
            <a:off x="7926773" y="-3386118"/>
            <a:ext cx="9361209" cy="9361208"/>
          </a:xfrm>
          <a:prstGeom prst="roundRect">
            <a:avLst>
              <a:gd name="adj" fmla="val 17974"/>
            </a:avLst>
          </a:prstGeom>
          <a:noFill/>
          <a:ln w="38100">
            <a:solidFill>
              <a:srgbClr val="88B9BE">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p:nvSpPr>
          <p:cNvPr id="3" name="Скругленный прямоугольник 7">
            <a:extLst>
              <a:ext uri="{FF2B5EF4-FFF2-40B4-BE49-F238E27FC236}">
                <a16:creationId xmlns:a16="http://schemas.microsoft.com/office/drawing/2014/main" id="{68F9CDC4-D96F-9190-5561-8B82B07C0F2B}"/>
              </a:ext>
            </a:extLst>
          </p:cNvPr>
          <p:cNvSpPr/>
          <p:nvPr userDrawn="1"/>
        </p:nvSpPr>
        <p:spPr>
          <a:xfrm rot="2700000">
            <a:off x="8682759" y="-3386117"/>
            <a:ext cx="9361209" cy="9361208"/>
          </a:xfrm>
          <a:prstGeom prst="roundRect">
            <a:avLst>
              <a:gd name="adj" fmla="val 12960"/>
            </a:avLst>
          </a:prstGeom>
          <a:noFill/>
          <a:ln w="38100">
            <a:solidFill>
              <a:srgbClr val="88B9BE">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p:nvSpPr>
          <p:cNvPr id="21" name="Полилиния 20">
            <a:extLst>
              <a:ext uri="{FF2B5EF4-FFF2-40B4-BE49-F238E27FC236}">
                <a16:creationId xmlns:a16="http://schemas.microsoft.com/office/drawing/2014/main" id="{391C87F8-4FE9-5443-B833-41DD9D33E8F7}"/>
              </a:ext>
            </a:extLst>
          </p:cNvPr>
          <p:cNvSpPr/>
          <p:nvPr userDrawn="1"/>
        </p:nvSpPr>
        <p:spPr>
          <a:xfrm>
            <a:off x="6684229" y="-546396"/>
            <a:ext cx="4976823" cy="6858000"/>
          </a:xfrm>
          <a:custGeom>
            <a:avLst/>
            <a:gdLst>
              <a:gd name="connsiteX0" fmla="*/ 0 w 9954942"/>
              <a:gd name="connsiteY0" fmla="*/ 0 h 13717588"/>
              <a:gd name="connsiteX1" fmla="*/ 3600399 w 9954942"/>
              <a:gd name="connsiteY1" fmla="*/ 0 h 13717588"/>
              <a:gd name="connsiteX2" fmla="*/ 9484680 w 9954942"/>
              <a:gd name="connsiteY2" fmla="*/ 5884281 h 13717588"/>
              <a:gd name="connsiteX3" fmla="*/ 9484680 w 9954942"/>
              <a:gd name="connsiteY3" fmla="*/ 8154907 h 13717588"/>
              <a:gd name="connsiteX4" fmla="*/ 3921998 w 9954942"/>
              <a:gd name="connsiteY4" fmla="*/ 13717588 h 13717588"/>
              <a:gd name="connsiteX5" fmla="*/ 321598 w 9954942"/>
              <a:gd name="connsiteY5" fmla="*/ 13717588 h 13717588"/>
              <a:gd name="connsiteX6" fmla="*/ 6508716 w 9954942"/>
              <a:gd name="connsiteY6" fmla="*/ 7530471 h 13717588"/>
              <a:gd name="connsiteX7" fmla="*/ 6508716 w 9954942"/>
              <a:gd name="connsiteY7" fmla="*/ 6508717 h 1371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54942" h="13717588">
                <a:moveTo>
                  <a:pt x="0" y="0"/>
                </a:moveTo>
                <a:lnTo>
                  <a:pt x="3600399" y="0"/>
                </a:lnTo>
                <a:lnTo>
                  <a:pt x="9484680" y="5884281"/>
                </a:lnTo>
                <a:cubicBezTo>
                  <a:pt x="10111696" y="6511298"/>
                  <a:pt x="10111696" y="7527892"/>
                  <a:pt x="9484680" y="8154907"/>
                </a:cubicBezTo>
                <a:lnTo>
                  <a:pt x="3921998" y="13717588"/>
                </a:lnTo>
                <a:lnTo>
                  <a:pt x="321598" y="13717588"/>
                </a:lnTo>
                <a:lnTo>
                  <a:pt x="6508716" y="7530471"/>
                </a:lnTo>
                <a:cubicBezTo>
                  <a:pt x="6790866" y="7248321"/>
                  <a:pt x="6790866" y="6790867"/>
                  <a:pt x="6508716" y="650871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p:nvSpPr>
          <p:cNvPr id="14" name="Текст 3">
            <a:extLst>
              <a:ext uri="{FF2B5EF4-FFF2-40B4-BE49-F238E27FC236}">
                <a16:creationId xmlns:a16="http://schemas.microsoft.com/office/drawing/2014/main" id="{B9065A83-6E6C-2A46-818E-31F59E0D738B}"/>
              </a:ext>
            </a:extLst>
          </p:cNvPr>
          <p:cNvSpPr>
            <a:spLocks noGrp="1"/>
          </p:cNvSpPr>
          <p:nvPr>
            <p:ph type="body" sz="quarter" idx="21" hasCustomPrompt="1"/>
          </p:nvPr>
        </p:nvSpPr>
        <p:spPr>
          <a:xfrm>
            <a:off x="800856" y="1376515"/>
            <a:ext cx="5187147" cy="4454013"/>
          </a:xfrm>
          <a:prstGeom prst="rect">
            <a:avLst/>
          </a:prstGeom>
        </p:spPr>
        <p:txBody>
          <a:bodyPr>
            <a:normAutofit/>
          </a:bodyPr>
          <a:lstStyle>
            <a:lvl1pPr algn="l">
              <a:lnSpc>
                <a:spcPct val="120000"/>
              </a:lnSpc>
              <a:spcBef>
                <a:spcPts val="636"/>
              </a:spcBef>
              <a:defRPr lang="en-US" sz="1800" b="0" i="0" baseline="0" dirty="0">
                <a:solidFill>
                  <a:schemeClr val="tx2"/>
                </a:solidFill>
                <a:latin typeface="+mj-lt"/>
                <a:cs typeface="Segoe UI" panose="020B0502040204020203" pitchFamily="34" charset="0"/>
              </a:defRPr>
            </a:lvl1pPr>
          </a:lstStyle>
          <a:p>
            <a:pPr marL="228600" lvl="0" indent="-228600">
              <a:lnSpc>
                <a:spcPct val="150000"/>
              </a:lnSpc>
            </a:pPr>
            <a:r>
              <a:rPr lang="en-US" dirty="0"/>
              <a:t>Insert agenda list</a:t>
            </a:r>
          </a:p>
        </p:txBody>
      </p:sp>
      <p:sp>
        <p:nvSpPr>
          <p:cNvPr id="22" name="Рисунок 12">
            <a:extLst>
              <a:ext uri="{FF2B5EF4-FFF2-40B4-BE49-F238E27FC236}">
                <a16:creationId xmlns:a16="http://schemas.microsoft.com/office/drawing/2014/main" id="{D2325B14-79F5-254B-8691-8ACB14C37BDF}"/>
              </a:ext>
            </a:extLst>
          </p:cNvPr>
          <p:cNvSpPr>
            <a:spLocks noGrp="1"/>
          </p:cNvSpPr>
          <p:nvPr>
            <p:ph type="pic" sz="quarter" idx="38" hasCustomPrompt="1"/>
          </p:nvPr>
        </p:nvSpPr>
        <p:spPr>
          <a:xfrm rot="10800000" flipV="1">
            <a:off x="6537373" y="837014"/>
            <a:ext cx="4269077" cy="4268860"/>
          </a:xfrm>
          <a:custGeom>
            <a:avLst/>
            <a:gdLst>
              <a:gd name="connsiteX0" fmla="*/ 4808490 w 9653868"/>
              <a:gd name="connsiteY0" fmla="*/ 0 h 9653868"/>
              <a:gd name="connsiteX1" fmla="*/ 3605641 w 9653868"/>
              <a:gd name="connsiteY1" fmla="*/ 498236 h 9653868"/>
              <a:gd name="connsiteX2" fmla="*/ 498237 w 9653868"/>
              <a:gd name="connsiteY2" fmla="*/ 3605641 h 9653868"/>
              <a:gd name="connsiteX3" fmla="*/ 498237 w 9653868"/>
              <a:gd name="connsiteY3" fmla="*/ 6011339 h 9653868"/>
              <a:gd name="connsiteX4" fmla="*/ 3642529 w 9653868"/>
              <a:gd name="connsiteY4" fmla="*/ 9155632 h 9653868"/>
              <a:gd name="connsiteX5" fmla="*/ 6048227 w 9653868"/>
              <a:gd name="connsiteY5" fmla="*/ 9155632 h 9653868"/>
              <a:gd name="connsiteX6" fmla="*/ 9155632 w 9653868"/>
              <a:gd name="connsiteY6" fmla="*/ 6048227 h 9653868"/>
              <a:gd name="connsiteX7" fmla="*/ 9155632 w 9653868"/>
              <a:gd name="connsiteY7" fmla="*/ 3642530 h 9653868"/>
              <a:gd name="connsiteX8" fmla="*/ 6011339 w 9653868"/>
              <a:gd name="connsiteY8" fmla="*/ 498236 h 9653868"/>
              <a:gd name="connsiteX9" fmla="*/ 4808490 w 9653868"/>
              <a:gd name="connsiteY9" fmla="*/ 0 h 9653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53868" h="9653868">
                <a:moveTo>
                  <a:pt x="4808490" y="0"/>
                </a:moveTo>
                <a:cubicBezTo>
                  <a:pt x="4373143" y="0"/>
                  <a:pt x="3937799" y="166079"/>
                  <a:pt x="3605641" y="498236"/>
                </a:cubicBezTo>
                <a:lnTo>
                  <a:pt x="498237" y="3605641"/>
                </a:lnTo>
                <a:cubicBezTo>
                  <a:pt x="-166079" y="4269956"/>
                  <a:pt x="-166079" y="5347024"/>
                  <a:pt x="498237" y="6011339"/>
                </a:cubicBezTo>
                <a:lnTo>
                  <a:pt x="3642529" y="9155632"/>
                </a:lnTo>
                <a:cubicBezTo>
                  <a:pt x="4306845" y="9819947"/>
                  <a:pt x="5383912" y="9819947"/>
                  <a:pt x="6048227" y="9155632"/>
                </a:cubicBezTo>
                <a:lnTo>
                  <a:pt x="9155632" y="6048227"/>
                </a:lnTo>
                <a:cubicBezTo>
                  <a:pt x="9819947" y="5383912"/>
                  <a:pt x="9819947" y="4306844"/>
                  <a:pt x="9155632" y="3642530"/>
                </a:cubicBezTo>
                <a:lnTo>
                  <a:pt x="6011339" y="498236"/>
                </a:lnTo>
                <a:cubicBezTo>
                  <a:pt x="5679181" y="166079"/>
                  <a:pt x="5243835" y="0"/>
                  <a:pt x="4808490"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ru-RU" sz="400" dirty="0"/>
            </a:lvl1pPr>
          </a:lstStyle>
          <a:p>
            <a:pPr lvl="0" algn="ctr"/>
            <a:r>
              <a:rPr lang="ru-RU"/>
              <a:t>с</a:t>
            </a:r>
          </a:p>
        </p:txBody>
      </p:sp>
      <p:sp>
        <p:nvSpPr>
          <p:cNvPr id="4" name="TextBox 3">
            <a:extLst>
              <a:ext uri="{FF2B5EF4-FFF2-40B4-BE49-F238E27FC236}">
                <a16:creationId xmlns:a16="http://schemas.microsoft.com/office/drawing/2014/main" id="{1954227C-120E-738A-88D8-6B004AD7A1DA}"/>
              </a:ext>
            </a:extLst>
          </p:cNvPr>
          <p:cNvSpPr txBox="1"/>
          <p:nvPr userDrawn="1"/>
        </p:nvSpPr>
        <p:spPr>
          <a:xfrm>
            <a:off x="800856" y="501445"/>
            <a:ext cx="5246907" cy="707886"/>
          </a:xfrm>
          <a:prstGeom prst="rect">
            <a:avLst/>
          </a:prstGeom>
          <a:noFill/>
        </p:spPr>
        <p:txBody>
          <a:bodyPr wrap="square" rtlCol="0">
            <a:spAutoFit/>
          </a:bodyPr>
          <a:lstStyle/>
          <a:p>
            <a:r>
              <a:rPr lang="en-US" sz="4000" dirty="0"/>
              <a:t>Agenda</a:t>
            </a:r>
            <a:endParaRPr lang="en-IN" sz="4000" dirty="0"/>
          </a:p>
        </p:txBody>
      </p:sp>
    </p:spTree>
    <p:extLst>
      <p:ext uri="{BB962C8B-B14F-4D97-AF65-F5344CB8AC3E}">
        <p14:creationId xmlns:p14="http://schemas.microsoft.com/office/powerpoint/2010/main" val="2734145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ny Profile">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12325B5-9B7C-B07A-4B4F-301578DF7000}"/>
              </a:ext>
            </a:extLst>
          </p:cNvPr>
          <p:cNvCxnSpPr>
            <a:cxnSpLocks/>
          </p:cNvCxnSpPr>
          <p:nvPr userDrawn="1"/>
        </p:nvCxnSpPr>
        <p:spPr>
          <a:xfrm>
            <a:off x="800856" y="4593293"/>
            <a:ext cx="2287577" cy="0"/>
          </a:xfrm>
          <a:prstGeom prst="line">
            <a:avLst/>
          </a:prstGeom>
          <a:ln/>
        </p:spPr>
        <p:style>
          <a:lnRef idx="3">
            <a:schemeClr val="accent1"/>
          </a:lnRef>
          <a:fillRef idx="0">
            <a:schemeClr val="accent1"/>
          </a:fillRef>
          <a:effectRef idx="2">
            <a:schemeClr val="accent1"/>
          </a:effectRef>
          <a:fontRef idx="minor">
            <a:schemeClr val="tx1"/>
          </a:fontRef>
        </p:style>
      </p:cxnSp>
      <p:sp>
        <p:nvSpPr>
          <p:cNvPr id="9" name="Rectangle 8">
            <a:extLst>
              <a:ext uri="{FF2B5EF4-FFF2-40B4-BE49-F238E27FC236}">
                <a16:creationId xmlns:a16="http://schemas.microsoft.com/office/drawing/2014/main" id="{4ACD4E51-88B4-6459-610D-5AFF70BD02A4}"/>
              </a:ext>
            </a:extLst>
          </p:cNvPr>
          <p:cNvSpPr/>
          <p:nvPr userDrawn="1"/>
        </p:nvSpPr>
        <p:spPr>
          <a:xfrm>
            <a:off x="800856" y="4000167"/>
            <a:ext cx="4038600" cy="430887"/>
          </a:xfrm>
          <a:prstGeom prst="rect">
            <a:avLst/>
          </a:prstGeom>
        </p:spPr>
        <p:txBody>
          <a:bodyPr wrap="square" lIns="0" tIns="0" rIns="0" bIns="0" anchor="ctr">
            <a:spAutoFit/>
          </a:bodyPr>
          <a:lstStyle/>
          <a:p>
            <a:r>
              <a:rPr lang="en-US" sz="2800" dirty="0">
                <a:ln w="12700">
                  <a:noFill/>
                </a:ln>
                <a:latin typeface="Segoe UI" panose="020B0502040204020203" pitchFamily="34" charset="0"/>
                <a:cs typeface="Segoe UI" panose="020B0502040204020203" pitchFamily="34" charset="0"/>
              </a:rPr>
              <a:t>Netwoven Inc.</a:t>
            </a:r>
          </a:p>
        </p:txBody>
      </p:sp>
      <p:sp>
        <p:nvSpPr>
          <p:cNvPr id="10" name="Rectangle 9">
            <a:extLst>
              <a:ext uri="{FF2B5EF4-FFF2-40B4-BE49-F238E27FC236}">
                <a16:creationId xmlns:a16="http://schemas.microsoft.com/office/drawing/2014/main" id="{01F2D690-167B-EA89-D650-DCCA5B1E5CA2}"/>
              </a:ext>
            </a:extLst>
          </p:cNvPr>
          <p:cNvSpPr/>
          <p:nvPr userDrawn="1"/>
        </p:nvSpPr>
        <p:spPr>
          <a:xfrm>
            <a:off x="800856" y="4726607"/>
            <a:ext cx="10714204" cy="1368131"/>
          </a:xfrm>
          <a:prstGeom prst="rect">
            <a:avLst/>
          </a:prstGeom>
        </p:spPr>
        <p:txBody>
          <a:bodyPr wrap="square" lIns="0" tIns="0" rIns="0" bIns="0">
            <a:spAutoFit/>
          </a:bodyPr>
          <a:lstStyle/>
          <a:p>
            <a:pPr>
              <a:lnSpc>
                <a:spcPct val="140000"/>
              </a:lnSpc>
            </a:pPr>
            <a:r>
              <a:rPr lang="en-US" sz="1300" dirty="0">
                <a:solidFill>
                  <a:schemeClr val="tx1">
                    <a:lumMod val="75000"/>
                    <a:lumOff val="25000"/>
                  </a:schemeClr>
                </a:solidFill>
                <a:latin typeface="Segoe UI" panose="020B0502040204020203" pitchFamily="34" charset="0"/>
                <a:cs typeface="Segoe UI" panose="020B0502040204020203" pitchFamily="34" charset="0"/>
              </a:rPr>
              <a:t>Netwoven is a trusted Microsoft Solutions Partner who unravels complex business problems leveraging Microsoft technologies. We create and implement digital transformation strategies around secure collaboration, modern software applications, deeper insights from data, modern infrastructure, and security. </a:t>
            </a:r>
          </a:p>
          <a:p>
            <a:pPr>
              <a:lnSpc>
                <a:spcPct val="140000"/>
              </a:lnSpc>
            </a:pPr>
            <a:endParaRPr lang="en-US" sz="1300" dirty="0">
              <a:solidFill>
                <a:schemeClr val="tx1">
                  <a:lumMod val="75000"/>
                  <a:lumOff val="25000"/>
                </a:schemeClr>
              </a:solidFill>
              <a:latin typeface="Segoe UI" panose="020B0502040204020203" pitchFamily="34" charset="0"/>
              <a:cs typeface="Segoe UI" panose="020B0502040204020203" pitchFamily="34" charset="0"/>
            </a:endParaRPr>
          </a:p>
          <a:p>
            <a:pPr>
              <a:lnSpc>
                <a:spcPct val="140000"/>
              </a:lnSpc>
            </a:pPr>
            <a:r>
              <a:rPr lang="en-US" sz="1300" dirty="0">
                <a:solidFill>
                  <a:schemeClr val="tx1">
                    <a:lumMod val="75000"/>
                    <a:lumOff val="25000"/>
                  </a:schemeClr>
                </a:solidFill>
                <a:latin typeface="Segoe UI" panose="020B0502040204020203" pitchFamily="34" charset="0"/>
                <a:cs typeface="Segoe UI" panose="020B0502040204020203" pitchFamily="34" charset="0"/>
              </a:rPr>
              <a:t>Netwoven is a global company headquartered in the Bay area, founded in 2001 by senior-level executives from Microsoft, Oracle, and Intel.</a:t>
            </a:r>
          </a:p>
        </p:txBody>
      </p:sp>
      <p:sp>
        <p:nvSpPr>
          <p:cNvPr id="13" name="Picture Placeholder 6">
            <a:extLst>
              <a:ext uri="{FF2B5EF4-FFF2-40B4-BE49-F238E27FC236}">
                <a16:creationId xmlns:a16="http://schemas.microsoft.com/office/drawing/2014/main" id="{1C73C134-413A-3B2B-436E-C7FF53234240}"/>
              </a:ext>
            </a:extLst>
          </p:cNvPr>
          <p:cNvSpPr>
            <a:spLocks noGrp="1"/>
          </p:cNvSpPr>
          <p:nvPr>
            <p:ph type="pic" sz="quarter" idx="25" hasCustomPrompt="1"/>
          </p:nvPr>
        </p:nvSpPr>
        <p:spPr>
          <a:xfrm>
            <a:off x="0" y="1"/>
            <a:ext cx="12192000" cy="3704611"/>
          </a:xfrm>
          <a:custGeom>
            <a:avLst/>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44000" h="5143500">
                <a:moveTo>
                  <a:pt x="0" y="0"/>
                </a:moveTo>
                <a:lnTo>
                  <a:pt x="9144000" y="0"/>
                </a:lnTo>
                <a:lnTo>
                  <a:pt x="9144000" y="5143500"/>
                </a:lnTo>
                <a:lnTo>
                  <a:pt x="0" y="5143500"/>
                </a:lnTo>
                <a:close/>
              </a:path>
            </a:pathLst>
          </a:custGeom>
          <a:solidFill>
            <a:schemeClr val="tx1">
              <a:lumMod val="10000"/>
              <a:lumOff val="90000"/>
            </a:schemeClr>
          </a:solidFill>
          <a:ln>
            <a:noFill/>
          </a:ln>
        </p:spPr>
        <p:txBody>
          <a:bodyPr wrap="square" bIns="457200" anchor="b">
            <a:noAutofit/>
          </a:bodyPr>
          <a:lstStyle>
            <a:lvl1pPr algn="ctr" rtl="0">
              <a:buNone/>
              <a:defRPr sz="1467">
                <a:solidFill>
                  <a:schemeClr val="tx1">
                    <a:lumMod val="50000"/>
                    <a:lumOff val="50000"/>
                  </a:schemeClr>
                </a:solidFill>
              </a:defRPr>
            </a:lvl1pPr>
          </a:lstStyle>
          <a:p>
            <a:r>
              <a:rPr lang="en-US"/>
              <a:t>Image Holder</a:t>
            </a:r>
          </a:p>
        </p:txBody>
      </p:sp>
    </p:spTree>
    <p:extLst>
      <p:ext uri="{BB962C8B-B14F-4D97-AF65-F5344CB8AC3E}">
        <p14:creationId xmlns:p14="http://schemas.microsoft.com/office/powerpoint/2010/main" val="3973847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hoto on Left">
    <p:spTree>
      <p:nvGrpSpPr>
        <p:cNvPr id="1" name=""/>
        <p:cNvGrpSpPr/>
        <p:nvPr/>
      </p:nvGrpSpPr>
      <p:grpSpPr>
        <a:xfrm>
          <a:off x="0" y="0"/>
          <a:ext cx="0" cy="0"/>
          <a:chOff x="0" y="0"/>
          <a:chExt cx="0" cy="0"/>
        </a:xfrm>
      </p:grpSpPr>
      <p:sp>
        <p:nvSpPr>
          <p:cNvPr id="8" name="Рисунок 7"/>
          <p:cNvSpPr>
            <a:spLocks noGrp="1"/>
          </p:cNvSpPr>
          <p:nvPr>
            <p:ph type="pic" sz="quarter" idx="33" hasCustomPrompt="1"/>
          </p:nvPr>
        </p:nvSpPr>
        <p:spPr>
          <a:xfrm flipH="1">
            <a:off x="-1228725" y="0"/>
            <a:ext cx="5057774" cy="6858000"/>
          </a:xfrm>
          <a:custGeom>
            <a:avLst/>
            <a:gdLst>
              <a:gd name="connsiteX0" fmla="*/ 9459276 w 9459276"/>
              <a:gd name="connsiteY0" fmla="*/ 13699554 h 13699554"/>
              <a:gd name="connsiteX1" fmla="*/ 4929772 w 9459276"/>
              <a:gd name="connsiteY1" fmla="*/ 13699554 h 13699554"/>
              <a:gd name="connsiteX2" fmla="*/ 1323015 w 9459276"/>
              <a:gd name="connsiteY2" fmla="*/ 10092795 h 13699554"/>
              <a:gd name="connsiteX3" fmla="*/ 1323015 w 9459276"/>
              <a:gd name="connsiteY3" fmla="*/ 3704716 h 13699554"/>
              <a:gd name="connsiteX4" fmla="*/ 5027729 w 9459276"/>
              <a:gd name="connsiteY4" fmla="*/ 0 h 13699554"/>
              <a:gd name="connsiteX5" fmla="*/ 9459276 w 9459276"/>
              <a:gd name="connsiteY5" fmla="*/ 0 h 1369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59276" h="13699554">
                <a:moveTo>
                  <a:pt x="9459276" y="13699554"/>
                </a:moveTo>
                <a:lnTo>
                  <a:pt x="4929772" y="13699554"/>
                </a:lnTo>
                <a:lnTo>
                  <a:pt x="1323015" y="10092795"/>
                </a:lnTo>
                <a:cubicBezTo>
                  <a:pt x="-441005" y="8328775"/>
                  <a:pt x="-441005" y="5468734"/>
                  <a:pt x="1323015" y="3704716"/>
                </a:cubicBezTo>
                <a:lnTo>
                  <a:pt x="5027729" y="0"/>
                </a:lnTo>
                <a:lnTo>
                  <a:pt x="9459276" y="0"/>
                </a:ln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ru-RU" sz="400" dirty="0"/>
            </a:lvl1pPr>
          </a:lstStyle>
          <a:p>
            <a:pPr lvl="0" algn="ctr"/>
            <a:r>
              <a:rPr lang="ru-RU" dirty="0"/>
              <a:t> м </a:t>
            </a:r>
          </a:p>
        </p:txBody>
      </p:sp>
      <p:sp>
        <p:nvSpPr>
          <p:cNvPr id="2" name="Title 1">
            <a:extLst>
              <a:ext uri="{FF2B5EF4-FFF2-40B4-BE49-F238E27FC236}">
                <a16:creationId xmlns:a16="http://schemas.microsoft.com/office/drawing/2014/main" id="{8B145126-0432-D267-0348-6F9763F7E090}"/>
              </a:ext>
            </a:extLst>
          </p:cNvPr>
          <p:cNvSpPr>
            <a:spLocks noGrp="1"/>
          </p:cNvSpPr>
          <p:nvPr>
            <p:ph type="title" hasCustomPrompt="1"/>
          </p:nvPr>
        </p:nvSpPr>
        <p:spPr>
          <a:xfrm>
            <a:off x="4314824" y="365126"/>
            <a:ext cx="7038975" cy="1054100"/>
          </a:xfrm>
        </p:spPr>
        <p:txBody>
          <a:bodyPr>
            <a:normAutofit/>
          </a:bodyPr>
          <a:lstStyle>
            <a:lvl1pPr>
              <a:defRPr sz="4000"/>
            </a:lvl1pPr>
          </a:lstStyle>
          <a:p>
            <a:r>
              <a:rPr lang="en-US" dirty="0"/>
              <a:t>Click to insert title</a:t>
            </a:r>
            <a:endParaRPr lang="en-IN" dirty="0"/>
          </a:p>
        </p:txBody>
      </p:sp>
      <p:sp>
        <p:nvSpPr>
          <p:cNvPr id="3" name="Text Placeholder 2">
            <a:extLst>
              <a:ext uri="{FF2B5EF4-FFF2-40B4-BE49-F238E27FC236}">
                <a16:creationId xmlns:a16="http://schemas.microsoft.com/office/drawing/2014/main" id="{AA80590B-A550-F324-10E5-2D00AB5057F6}"/>
              </a:ext>
            </a:extLst>
          </p:cNvPr>
          <p:cNvSpPr>
            <a:spLocks noGrp="1"/>
          </p:cNvSpPr>
          <p:nvPr>
            <p:ph idx="1" hasCustomPrompt="1"/>
          </p:nvPr>
        </p:nvSpPr>
        <p:spPr>
          <a:xfrm>
            <a:off x="4314825" y="1562100"/>
            <a:ext cx="7038975" cy="4614863"/>
          </a:xfrm>
          <a:prstGeom prst="rect">
            <a:avLst/>
          </a:prstGeom>
        </p:spPr>
        <p:txBody>
          <a:bodyPr vert="horz" lIns="91440" tIns="45720" rIns="91440" bIns="45720" rtlCol="0">
            <a:normAutofit/>
          </a:bodyPr>
          <a:lstStyle>
            <a:lvl1pPr marL="0" indent="0">
              <a:buNone/>
              <a:defRPr sz="1800"/>
            </a:lvl1pPr>
          </a:lstStyle>
          <a:p>
            <a:pPr lvl="0"/>
            <a:r>
              <a:rPr lang="en-US" dirty="0"/>
              <a:t>Insert text</a:t>
            </a:r>
            <a:endParaRPr lang="en-IN" dirty="0"/>
          </a:p>
        </p:txBody>
      </p:sp>
    </p:spTree>
    <p:extLst>
      <p:ext uri="{BB962C8B-B14F-4D97-AF65-F5344CB8AC3E}">
        <p14:creationId xmlns:p14="http://schemas.microsoft.com/office/powerpoint/2010/main" val="1401390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Photo on right">
    <p:spTree>
      <p:nvGrpSpPr>
        <p:cNvPr id="1" name=""/>
        <p:cNvGrpSpPr/>
        <p:nvPr/>
      </p:nvGrpSpPr>
      <p:grpSpPr>
        <a:xfrm>
          <a:off x="0" y="0"/>
          <a:ext cx="0" cy="0"/>
          <a:chOff x="0" y="0"/>
          <a:chExt cx="0" cy="0"/>
        </a:xfrm>
      </p:grpSpPr>
      <p:sp>
        <p:nvSpPr>
          <p:cNvPr id="9" name="Freeform: Shape 11">
            <a:extLst>
              <a:ext uri="{FF2B5EF4-FFF2-40B4-BE49-F238E27FC236}">
                <a16:creationId xmlns:a16="http://schemas.microsoft.com/office/drawing/2014/main" id="{935D0D4B-3675-4CC0-A736-1589BF48DD38}"/>
              </a:ext>
            </a:extLst>
          </p:cNvPr>
          <p:cNvSpPr>
            <a:spLocks noGrp="1"/>
          </p:cNvSpPr>
          <p:nvPr>
            <p:ph type="pic" sz="quarter" idx="17" hasCustomPrompt="1"/>
          </p:nvPr>
        </p:nvSpPr>
        <p:spPr>
          <a:xfrm>
            <a:off x="7477125" y="3788103"/>
            <a:ext cx="3755094" cy="2032752"/>
          </a:xfrm>
          <a:custGeom>
            <a:avLst/>
            <a:gdLst>
              <a:gd name="connsiteX0" fmla="*/ 0 w 2133599"/>
              <a:gd name="connsiteY0" fmla="*/ 0 h 2043952"/>
              <a:gd name="connsiteX1" fmla="*/ 2133599 w 2133599"/>
              <a:gd name="connsiteY1" fmla="*/ 0 h 2043952"/>
              <a:gd name="connsiteX2" fmla="*/ 2133599 w 2133599"/>
              <a:gd name="connsiteY2" fmla="*/ 2043952 h 2043952"/>
              <a:gd name="connsiteX3" fmla="*/ 0 w 2133599"/>
              <a:gd name="connsiteY3" fmla="*/ 2043952 h 2043952"/>
            </a:gdLst>
            <a:ahLst/>
            <a:cxnLst>
              <a:cxn ang="0">
                <a:pos x="connsiteX0" y="connsiteY0"/>
              </a:cxn>
              <a:cxn ang="0">
                <a:pos x="connsiteX1" y="connsiteY1"/>
              </a:cxn>
              <a:cxn ang="0">
                <a:pos x="connsiteX2" y="connsiteY2"/>
              </a:cxn>
              <a:cxn ang="0">
                <a:pos x="connsiteX3" y="connsiteY3"/>
              </a:cxn>
            </a:cxnLst>
            <a:rect l="l" t="t" r="r" b="b"/>
            <a:pathLst>
              <a:path w="2133599" h="2043952">
                <a:moveTo>
                  <a:pt x="0" y="0"/>
                </a:moveTo>
                <a:lnTo>
                  <a:pt x="2133599" y="0"/>
                </a:lnTo>
                <a:lnTo>
                  <a:pt x="2133599" y="2043952"/>
                </a:lnTo>
                <a:lnTo>
                  <a:pt x="0" y="2043952"/>
                </a:lnTo>
                <a:close/>
              </a:path>
            </a:pathLst>
          </a:custGeom>
          <a:solidFill>
            <a:schemeClr val="bg1">
              <a:lumMod val="95000"/>
            </a:schemeClr>
          </a:solidFill>
          <a:ln>
            <a:noFill/>
          </a:ln>
        </p:spPr>
        <p:txBody>
          <a:bodyPr wrap="square" bIns="457200" anchor="b">
            <a:noAutofit/>
          </a:bodyPr>
          <a:lstStyle>
            <a:lvl1pPr algn="ctr" rtl="0">
              <a:buNone/>
              <a:defRPr sz="1200">
                <a:solidFill>
                  <a:schemeClr val="tx1">
                    <a:lumMod val="50000"/>
                    <a:lumOff val="50000"/>
                  </a:schemeClr>
                </a:solidFill>
              </a:defRPr>
            </a:lvl1pPr>
          </a:lstStyle>
          <a:p>
            <a:r>
              <a:rPr lang="en-US"/>
              <a:t>Image Holder</a:t>
            </a:r>
          </a:p>
        </p:txBody>
      </p:sp>
      <p:sp>
        <p:nvSpPr>
          <p:cNvPr id="10" name="Freeform: Shape 7">
            <a:extLst>
              <a:ext uri="{FF2B5EF4-FFF2-40B4-BE49-F238E27FC236}">
                <a16:creationId xmlns:a16="http://schemas.microsoft.com/office/drawing/2014/main" id="{66D3C32B-755B-482C-A3D0-4D24A470D2B4}"/>
              </a:ext>
            </a:extLst>
          </p:cNvPr>
          <p:cNvSpPr>
            <a:spLocks noGrp="1"/>
          </p:cNvSpPr>
          <p:nvPr>
            <p:ph type="pic" sz="quarter" idx="10" hasCustomPrompt="1"/>
          </p:nvPr>
        </p:nvSpPr>
        <p:spPr>
          <a:xfrm>
            <a:off x="7477125" y="1037145"/>
            <a:ext cx="3755094" cy="2032752"/>
          </a:xfrm>
          <a:custGeom>
            <a:avLst/>
            <a:gdLst>
              <a:gd name="connsiteX0" fmla="*/ 0 w 2133599"/>
              <a:gd name="connsiteY0" fmla="*/ 0 h 2043952"/>
              <a:gd name="connsiteX1" fmla="*/ 2133599 w 2133599"/>
              <a:gd name="connsiteY1" fmla="*/ 0 h 2043952"/>
              <a:gd name="connsiteX2" fmla="*/ 2133599 w 2133599"/>
              <a:gd name="connsiteY2" fmla="*/ 2043952 h 2043952"/>
              <a:gd name="connsiteX3" fmla="*/ 0 w 2133599"/>
              <a:gd name="connsiteY3" fmla="*/ 2043952 h 2043952"/>
            </a:gdLst>
            <a:ahLst/>
            <a:cxnLst>
              <a:cxn ang="0">
                <a:pos x="connsiteX0" y="connsiteY0"/>
              </a:cxn>
              <a:cxn ang="0">
                <a:pos x="connsiteX1" y="connsiteY1"/>
              </a:cxn>
              <a:cxn ang="0">
                <a:pos x="connsiteX2" y="connsiteY2"/>
              </a:cxn>
              <a:cxn ang="0">
                <a:pos x="connsiteX3" y="connsiteY3"/>
              </a:cxn>
            </a:cxnLst>
            <a:rect l="l" t="t" r="r" b="b"/>
            <a:pathLst>
              <a:path w="2133599" h="2043952">
                <a:moveTo>
                  <a:pt x="0" y="0"/>
                </a:moveTo>
                <a:lnTo>
                  <a:pt x="2133599" y="0"/>
                </a:lnTo>
                <a:lnTo>
                  <a:pt x="2133599" y="2043952"/>
                </a:lnTo>
                <a:lnTo>
                  <a:pt x="0" y="2043952"/>
                </a:lnTo>
                <a:close/>
              </a:path>
            </a:pathLst>
          </a:custGeom>
          <a:solidFill>
            <a:schemeClr val="bg1">
              <a:lumMod val="95000"/>
            </a:schemeClr>
          </a:solidFill>
          <a:ln>
            <a:noFill/>
          </a:ln>
        </p:spPr>
        <p:txBody>
          <a:bodyPr wrap="square" bIns="457200" anchor="b">
            <a:noAutofit/>
          </a:bodyPr>
          <a:lstStyle>
            <a:lvl1pPr algn="ctr" rtl="0">
              <a:buNone/>
              <a:defRPr sz="1200">
                <a:solidFill>
                  <a:schemeClr val="tx1">
                    <a:lumMod val="50000"/>
                    <a:lumOff val="50000"/>
                  </a:schemeClr>
                </a:solidFill>
              </a:defRPr>
            </a:lvl1pPr>
          </a:lstStyle>
          <a:p>
            <a:r>
              <a:rPr lang="en-US"/>
              <a:t>Image Holder</a:t>
            </a:r>
          </a:p>
        </p:txBody>
      </p:sp>
      <p:sp>
        <p:nvSpPr>
          <p:cNvPr id="6" name="Title 1">
            <a:extLst>
              <a:ext uri="{FF2B5EF4-FFF2-40B4-BE49-F238E27FC236}">
                <a16:creationId xmlns:a16="http://schemas.microsoft.com/office/drawing/2014/main" id="{CD5E3411-793F-7F7C-FC33-81EFB0975866}"/>
              </a:ext>
            </a:extLst>
          </p:cNvPr>
          <p:cNvSpPr>
            <a:spLocks noGrp="1"/>
          </p:cNvSpPr>
          <p:nvPr>
            <p:ph type="title" hasCustomPrompt="1"/>
          </p:nvPr>
        </p:nvSpPr>
        <p:spPr>
          <a:xfrm>
            <a:off x="838200" y="365126"/>
            <a:ext cx="6296025" cy="1016000"/>
          </a:xfrm>
        </p:spPr>
        <p:txBody>
          <a:bodyPr>
            <a:normAutofit/>
          </a:bodyPr>
          <a:lstStyle>
            <a:lvl1pPr>
              <a:defRPr sz="4000"/>
            </a:lvl1pPr>
          </a:lstStyle>
          <a:p>
            <a:r>
              <a:rPr lang="en-US" dirty="0"/>
              <a:t>Click to enter title</a:t>
            </a:r>
            <a:endParaRPr lang="en-IN" dirty="0"/>
          </a:p>
        </p:txBody>
      </p:sp>
      <p:sp>
        <p:nvSpPr>
          <p:cNvPr id="17" name="Текст 3">
            <a:extLst>
              <a:ext uri="{FF2B5EF4-FFF2-40B4-BE49-F238E27FC236}">
                <a16:creationId xmlns:a16="http://schemas.microsoft.com/office/drawing/2014/main" id="{E10279A7-9729-6F90-CB1A-647B815DDBC0}"/>
              </a:ext>
            </a:extLst>
          </p:cNvPr>
          <p:cNvSpPr>
            <a:spLocks noGrp="1"/>
          </p:cNvSpPr>
          <p:nvPr>
            <p:ph type="body" sz="quarter" idx="21" hasCustomPrompt="1"/>
          </p:nvPr>
        </p:nvSpPr>
        <p:spPr>
          <a:xfrm>
            <a:off x="838199" y="1462215"/>
            <a:ext cx="6296024" cy="620937"/>
          </a:xfrm>
          <a:prstGeom prst="rect">
            <a:avLst/>
          </a:prstGeom>
        </p:spPr>
        <p:txBody>
          <a:bodyPr>
            <a:normAutofit/>
          </a:bodyPr>
          <a:lstStyle>
            <a:lvl1pPr algn="l">
              <a:lnSpc>
                <a:spcPct val="120000"/>
              </a:lnSpc>
              <a:spcBef>
                <a:spcPts val="636"/>
              </a:spcBef>
              <a:defRPr lang="en-US" sz="2000" b="1" kern="1200" dirty="0">
                <a:solidFill>
                  <a:srgbClr val="00B0F0"/>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Example text</a:t>
            </a:r>
          </a:p>
        </p:txBody>
      </p:sp>
      <p:sp>
        <p:nvSpPr>
          <p:cNvPr id="18" name="Текст 3">
            <a:extLst>
              <a:ext uri="{FF2B5EF4-FFF2-40B4-BE49-F238E27FC236}">
                <a16:creationId xmlns:a16="http://schemas.microsoft.com/office/drawing/2014/main" id="{F98F6B37-F00F-3557-916D-B7D4172304ED}"/>
              </a:ext>
            </a:extLst>
          </p:cNvPr>
          <p:cNvSpPr>
            <a:spLocks noGrp="1"/>
          </p:cNvSpPr>
          <p:nvPr>
            <p:ph type="body" sz="quarter" idx="22" hasCustomPrompt="1"/>
          </p:nvPr>
        </p:nvSpPr>
        <p:spPr>
          <a:xfrm>
            <a:off x="838199" y="2083152"/>
            <a:ext cx="3190876" cy="620937"/>
          </a:xfrm>
          <a:prstGeom prst="rect">
            <a:avLst/>
          </a:prstGeom>
        </p:spPr>
        <p:txBody>
          <a:bodyPr>
            <a:normAutofit/>
          </a:bodyPr>
          <a:lstStyle>
            <a:lvl1pPr algn="l">
              <a:lnSpc>
                <a:spcPct val="120000"/>
              </a:lnSpc>
              <a:spcBef>
                <a:spcPts val="636"/>
              </a:spcBef>
              <a:defRPr lang="en-US" sz="1600" kern="1200" dirty="0">
                <a:solidFill>
                  <a:srgbClr val="404040"/>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Click to insert items</a:t>
            </a:r>
          </a:p>
        </p:txBody>
      </p:sp>
      <p:sp>
        <p:nvSpPr>
          <p:cNvPr id="19" name="Текст 3">
            <a:extLst>
              <a:ext uri="{FF2B5EF4-FFF2-40B4-BE49-F238E27FC236}">
                <a16:creationId xmlns:a16="http://schemas.microsoft.com/office/drawing/2014/main" id="{2C1753A8-CFD8-FD78-61C7-BABB76959283}"/>
              </a:ext>
            </a:extLst>
          </p:cNvPr>
          <p:cNvSpPr>
            <a:spLocks noGrp="1"/>
          </p:cNvSpPr>
          <p:nvPr>
            <p:ph type="body" sz="quarter" idx="23" hasCustomPrompt="1"/>
          </p:nvPr>
        </p:nvSpPr>
        <p:spPr>
          <a:xfrm>
            <a:off x="4029075" y="2083152"/>
            <a:ext cx="3105150" cy="620937"/>
          </a:xfrm>
          <a:prstGeom prst="rect">
            <a:avLst/>
          </a:prstGeom>
        </p:spPr>
        <p:txBody>
          <a:bodyPr>
            <a:normAutofit/>
          </a:bodyPr>
          <a:lstStyle>
            <a:lvl1pPr algn="l">
              <a:lnSpc>
                <a:spcPct val="120000"/>
              </a:lnSpc>
              <a:spcBef>
                <a:spcPts val="636"/>
              </a:spcBef>
              <a:defRPr lang="en-US" sz="1600" kern="1200" dirty="0">
                <a:solidFill>
                  <a:srgbClr val="404040"/>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Click to insert items</a:t>
            </a:r>
          </a:p>
        </p:txBody>
      </p:sp>
      <p:sp>
        <p:nvSpPr>
          <p:cNvPr id="20" name="Текст 3">
            <a:extLst>
              <a:ext uri="{FF2B5EF4-FFF2-40B4-BE49-F238E27FC236}">
                <a16:creationId xmlns:a16="http://schemas.microsoft.com/office/drawing/2014/main" id="{4C2761AA-93BF-B2D6-B7E2-3794B3657472}"/>
              </a:ext>
            </a:extLst>
          </p:cNvPr>
          <p:cNvSpPr>
            <a:spLocks noGrp="1"/>
          </p:cNvSpPr>
          <p:nvPr>
            <p:ph type="body" sz="quarter" idx="24" hasCustomPrompt="1"/>
          </p:nvPr>
        </p:nvSpPr>
        <p:spPr>
          <a:xfrm>
            <a:off x="838197" y="3788103"/>
            <a:ext cx="6296024" cy="620937"/>
          </a:xfrm>
          <a:prstGeom prst="rect">
            <a:avLst/>
          </a:prstGeom>
        </p:spPr>
        <p:txBody>
          <a:bodyPr>
            <a:normAutofit/>
          </a:bodyPr>
          <a:lstStyle>
            <a:lvl1pPr algn="l">
              <a:lnSpc>
                <a:spcPct val="120000"/>
              </a:lnSpc>
              <a:spcBef>
                <a:spcPts val="636"/>
              </a:spcBef>
              <a:defRPr lang="en-US" sz="2000" b="1" kern="1200" dirty="0">
                <a:solidFill>
                  <a:srgbClr val="00B0F0"/>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Example text</a:t>
            </a:r>
          </a:p>
        </p:txBody>
      </p:sp>
      <p:sp>
        <p:nvSpPr>
          <p:cNvPr id="21" name="Текст 3">
            <a:extLst>
              <a:ext uri="{FF2B5EF4-FFF2-40B4-BE49-F238E27FC236}">
                <a16:creationId xmlns:a16="http://schemas.microsoft.com/office/drawing/2014/main" id="{58AB9674-A2BB-531E-DEA6-3A2CB41BB00A}"/>
              </a:ext>
            </a:extLst>
          </p:cNvPr>
          <p:cNvSpPr>
            <a:spLocks noGrp="1"/>
          </p:cNvSpPr>
          <p:nvPr>
            <p:ph type="body" sz="quarter" idx="25" hasCustomPrompt="1"/>
          </p:nvPr>
        </p:nvSpPr>
        <p:spPr>
          <a:xfrm>
            <a:off x="838197" y="4409040"/>
            <a:ext cx="3190876" cy="620937"/>
          </a:xfrm>
          <a:prstGeom prst="rect">
            <a:avLst/>
          </a:prstGeom>
        </p:spPr>
        <p:txBody>
          <a:bodyPr>
            <a:normAutofit/>
          </a:bodyPr>
          <a:lstStyle>
            <a:lvl1pPr algn="l">
              <a:lnSpc>
                <a:spcPct val="120000"/>
              </a:lnSpc>
              <a:spcBef>
                <a:spcPts val="636"/>
              </a:spcBef>
              <a:defRPr lang="en-US" sz="1600" kern="1200" dirty="0">
                <a:solidFill>
                  <a:srgbClr val="404040"/>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Click to insert items</a:t>
            </a:r>
          </a:p>
        </p:txBody>
      </p:sp>
      <p:sp>
        <p:nvSpPr>
          <p:cNvPr id="22" name="Текст 3">
            <a:extLst>
              <a:ext uri="{FF2B5EF4-FFF2-40B4-BE49-F238E27FC236}">
                <a16:creationId xmlns:a16="http://schemas.microsoft.com/office/drawing/2014/main" id="{3F27D6A5-E1DF-07A3-E8EF-3D00FAEB358E}"/>
              </a:ext>
            </a:extLst>
          </p:cNvPr>
          <p:cNvSpPr>
            <a:spLocks noGrp="1"/>
          </p:cNvSpPr>
          <p:nvPr>
            <p:ph type="body" sz="quarter" idx="26" hasCustomPrompt="1"/>
          </p:nvPr>
        </p:nvSpPr>
        <p:spPr>
          <a:xfrm>
            <a:off x="4029073" y="4409040"/>
            <a:ext cx="3105150" cy="620937"/>
          </a:xfrm>
          <a:prstGeom prst="rect">
            <a:avLst/>
          </a:prstGeom>
        </p:spPr>
        <p:txBody>
          <a:bodyPr>
            <a:normAutofit/>
          </a:bodyPr>
          <a:lstStyle>
            <a:lvl1pPr algn="l">
              <a:lnSpc>
                <a:spcPct val="120000"/>
              </a:lnSpc>
              <a:spcBef>
                <a:spcPts val="636"/>
              </a:spcBef>
              <a:defRPr lang="en-US" sz="1600" kern="1200" dirty="0">
                <a:solidFill>
                  <a:srgbClr val="404040"/>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Click to insert items</a:t>
            </a:r>
          </a:p>
        </p:txBody>
      </p:sp>
    </p:spTree>
    <p:extLst>
      <p:ext uri="{BB962C8B-B14F-4D97-AF65-F5344CB8AC3E}">
        <p14:creationId xmlns:p14="http://schemas.microsoft.com/office/powerpoint/2010/main" val="968336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C9939-1438-C8EC-6873-375F1C7441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31DEF1-13A8-6594-B4CA-E2C0ED7318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Рисунок 20">
            <a:extLst>
              <a:ext uri="{FF2B5EF4-FFF2-40B4-BE49-F238E27FC236}">
                <a16:creationId xmlns:a16="http://schemas.microsoft.com/office/drawing/2014/main" id="{BA4C277C-E9AC-1A4C-1976-C64DD6AE6989}"/>
              </a:ext>
            </a:extLst>
          </p:cNvPr>
          <p:cNvSpPr>
            <a:spLocks noGrp="1"/>
          </p:cNvSpPr>
          <p:nvPr>
            <p:ph type="pic" sz="quarter" idx="32"/>
          </p:nvPr>
        </p:nvSpPr>
        <p:spPr>
          <a:xfrm>
            <a:off x="8918660" y="-6100"/>
            <a:ext cx="3273340" cy="3273175"/>
          </a:xfrm>
          <a:custGeom>
            <a:avLst/>
            <a:gdLst>
              <a:gd name="connsiteX0" fmla="*/ 0 w 8280919"/>
              <a:gd name="connsiteY0" fmla="*/ 0 h 8280920"/>
              <a:gd name="connsiteX1" fmla="*/ 3971555 w 8280919"/>
              <a:gd name="connsiteY1" fmla="*/ 0 h 8280920"/>
              <a:gd name="connsiteX2" fmla="*/ 4446315 w 8280919"/>
              <a:gd name="connsiteY2" fmla="*/ 1150382 h 8280920"/>
              <a:gd name="connsiteX3" fmla="*/ 7130537 w 8280919"/>
              <a:gd name="connsiteY3" fmla="*/ 3834606 h 8280920"/>
              <a:gd name="connsiteX4" fmla="*/ 8280919 w 8280919"/>
              <a:gd name="connsiteY4" fmla="*/ 4309365 h 8280920"/>
              <a:gd name="connsiteX5" fmla="*/ 8280919 w 8280919"/>
              <a:gd name="connsiteY5" fmla="*/ 8280920 h 8280920"/>
              <a:gd name="connsiteX6" fmla="*/ 5459747 w 8280919"/>
              <a:gd name="connsiteY6" fmla="*/ 7112278 h 8280920"/>
              <a:gd name="connsiteX7" fmla="*/ 1168642 w 8280919"/>
              <a:gd name="connsiteY7" fmla="*/ 2821174 h 8280920"/>
              <a:gd name="connsiteX8" fmla="*/ 0 w 8280919"/>
              <a:gd name="connsiteY8" fmla="*/ 0 h 8280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0919" h="8280920">
                <a:moveTo>
                  <a:pt x="0" y="0"/>
                </a:moveTo>
                <a:cubicBezTo>
                  <a:pt x="0" y="0"/>
                  <a:pt x="0" y="0"/>
                  <a:pt x="3971555" y="0"/>
                </a:cubicBezTo>
                <a:cubicBezTo>
                  <a:pt x="3971555" y="419981"/>
                  <a:pt x="4126765" y="830831"/>
                  <a:pt x="4446315" y="1150382"/>
                </a:cubicBezTo>
                <a:cubicBezTo>
                  <a:pt x="4446315" y="1150382"/>
                  <a:pt x="4446315" y="1150382"/>
                  <a:pt x="7130537" y="3834606"/>
                </a:cubicBezTo>
                <a:cubicBezTo>
                  <a:pt x="7450089" y="4154155"/>
                  <a:pt x="7860939" y="4309365"/>
                  <a:pt x="8280919" y="4309365"/>
                </a:cubicBezTo>
                <a:cubicBezTo>
                  <a:pt x="8280919" y="4309365"/>
                  <a:pt x="8280919" y="4309365"/>
                  <a:pt x="8280919" y="8280920"/>
                </a:cubicBezTo>
                <a:cubicBezTo>
                  <a:pt x="7258358" y="8280920"/>
                  <a:pt x="6244928" y="7888330"/>
                  <a:pt x="5459747" y="7112278"/>
                </a:cubicBezTo>
                <a:cubicBezTo>
                  <a:pt x="5459747" y="7112278"/>
                  <a:pt x="5459747" y="7112278"/>
                  <a:pt x="1168642" y="2821174"/>
                </a:cubicBezTo>
                <a:cubicBezTo>
                  <a:pt x="392590" y="2035994"/>
                  <a:pt x="0" y="1022562"/>
                  <a:pt x="0"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ru-RU" sz="400" dirty="0"/>
            </a:lvl1pPr>
          </a:lstStyle>
          <a:p>
            <a:pPr lvl="0" algn="ctr"/>
            <a:r>
              <a:rPr lang="en-US"/>
              <a:t>Click icon to add picture</a:t>
            </a:r>
            <a:endParaRPr lang="ru-RU"/>
          </a:p>
        </p:txBody>
      </p:sp>
    </p:spTree>
    <p:extLst>
      <p:ext uri="{BB962C8B-B14F-4D97-AF65-F5344CB8AC3E}">
        <p14:creationId xmlns:p14="http://schemas.microsoft.com/office/powerpoint/2010/main" val="3969181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A9B51-AC7F-1F8A-33C9-F0432C0979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7526EF-65A9-7F7D-7A01-E38D7E4DC162}"/>
              </a:ext>
            </a:extLst>
          </p:cNvPr>
          <p:cNvSpPr>
            <a:spLocks noGrp="1"/>
          </p:cNvSpPr>
          <p:nvPr>
            <p:ph sz="half" idx="1"/>
          </p:nvPr>
        </p:nvSpPr>
        <p:spPr>
          <a:xfrm>
            <a:off x="838200" y="1562100"/>
            <a:ext cx="5181600" cy="46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FCA946-E5B2-9F96-5DF6-972B9AF5FED4}"/>
              </a:ext>
            </a:extLst>
          </p:cNvPr>
          <p:cNvSpPr>
            <a:spLocks noGrp="1"/>
          </p:cNvSpPr>
          <p:nvPr>
            <p:ph sz="half" idx="2"/>
          </p:nvPr>
        </p:nvSpPr>
        <p:spPr>
          <a:xfrm>
            <a:off x="6172200" y="1562100"/>
            <a:ext cx="5181600" cy="46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1149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A2B81-86E5-D6B5-222E-09723E1B813E}"/>
              </a:ext>
            </a:extLst>
          </p:cNvPr>
          <p:cNvSpPr>
            <a:spLocks noGrp="1"/>
          </p:cNvSpPr>
          <p:nvPr>
            <p:ph type="title"/>
          </p:nvPr>
        </p:nvSpPr>
        <p:spPr/>
        <p:txBody>
          <a:bodyPr>
            <a:normAutofit/>
          </a:bodyPr>
          <a:lstStyle>
            <a:lvl1pPr>
              <a:defRPr sz="4000"/>
            </a:lvl1pPr>
          </a:lstStyle>
          <a:p>
            <a:r>
              <a:rPr lang="en-US"/>
              <a:t>Click to edit Master title style</a:t>
            </a:r>
            <a:endParaRPr lang="en-IN" dirty="0"/>
          </a:p>
        </p:txBody>
      </p:sp>
      <p:sp>
        <p:nvSpPr>
          <p:cNvPr id="4" name="Content Placeholder 4">
            <a:extLst>
              <a:ext uri="{FF2B5EF4-FFF2-40B4-BE49-F238E27FC236}">
                <a16:creationId xmlns:a16="http://schemas.microsoft.com/office/drawing/2014/main" id="{70D7DC7A-BE62-0F0C-B88F-95B71960244A}"/>
              </a:ext>
            </a:extLst>
          </p:cNvPr>
          <p:cNvSpPr>
            <a:spLocks noGrp="1"/>
          </p:cNvSpPr>
          <p:nvPr>
            <p:ph sz="quarter" idx="13"/>
          </p:nvPr>
        </p:nvSpPr>
        <p:spPr>
          <a:xfrm>
            <a:off x="838199" y="1590675"/>
            <a:ext cx="3257551" cy="4551045"/>
          </a:xfrm>
        </p:spPr>
        <p:txBody>
          <a:bodyPr rIns="91440">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29E7D9B6-240B-F7A7-EE60-29B378A7752C}"/>
              </a:ext>
            </a:extLst>
          </p:cNvPr>
          <p:cNvSpPr>
            <a:spLocks noGrp="1"/>
          </p:cNvSpPr>
          <p:nvPr>
            <p:ph sz="quarter" idx="14"/>
          </p:nvPr>
        </p:nvSpPr>
        <p:spPr>
          <a:xfrm>
            <a:off x="4467225" y="1590675"/>
            <a:ext cx="3257550" cy="4551045"/>
          </a:xfrm>
        </p:spPr>
        <p:txBody>
          <a:bodyPr rIns="91440">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3C6AB64D-51A2-0E8E-618A-168B4EAB6B48}"/>
              </a:ext>
            </a:extLst>
          </p:cNvPr>
          <p:cNvSpPr>
            <a:spLocks noGrp="1"/>
          </p:cNvSpPr>
          <p:nvPr>
            <p:ph sz="quarter" idx="15"/>
          </p:nvPr>
        </p:nvSpPr>
        <p:spPr>
          <a:xfrm>
            <a:off x="8096251" y="1590675"/>
            <a:ext cx="3257550" cy="4551045"/>
          </a:xfrm>
        </p:spPr>
        <p:txBody>
          <a:bodyPr rIns="91440">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4862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8C874-ADEE-43EC-918F-07EDAFBA053E}"/>
              </a:ext>
            </a:extLst>
          </p:cNvPr>
          <p:cNvSpPr>
            <a:spLocks noGrp="1"/>
          </p:cNvSpPr>
          <p:nvPr>
            <p:ph type="title"/>
          </p:nvPr>
        </p:nvSpPr>
        <p:spPr>
          <a:xfrm>
            <a:off x="839788" y="365125"/>
            <a:ext cx="10515600" cy="968375"/>
          </a:xfrm>
        </p:spPr>
        <p:txBody>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ED38E4E6-E2D3-F924-F7AE-F8A51C260AA0}"/>
              </a:ext>
            </a:extLst>
          </p:cNvPr>
          <p:cNvSpPr>
            <a:spLocks noGrp="1"/>
          </p:cNvSpPr>
          <p:nvPr>
            <p:ph type="body" idx="1"/>
          </p:nvPr>
        </p:nvSpPr>
        <p:spPr>
          <a:xfrm>
            <a:off x="839788" y="135731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A5EBA4-2923-37B3-641F-68610F047637}"/>
              </a:ext>
            </a:extLst>
          </p:cNvPr>
          <p:cNvSpPr>
            <a:spLocks noGrp="1"/>
          </p:cNvSpPr>
          <p:nvPr>
            <p:ph sz="half" idx="2"/>
          </p:nvPr>
        </p:nvSpPr>
        <p:spPr>
          <a:xfrm>
            <a:off x="839788" y="2205038"/>
            <a:ext cx="5157787" cy="3984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F671B9-89DB-6E4A-FB62-9A6C1753941A}"/>
              </a:ext>
            </a:extLst>
          </p:cNvPr>
          <p:cNvSpPr>
            <a:spLocks noGrp="1"/>
          </p:cNvSpPr>
          <p:nvPr>
            <p:ph type="body" sz="quarter" idx="3"/>
          </p:nvPr>
        </p:nvSpPr>
        <p:spPr>
          <a:xfrm>
            <a:off x="6172200" y="135731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44D4AE-DE29-9BE8-442B-F55A32B9DD74}"/>
              </a:ext>
            </a:extLst>
          </p:cNvPr>
          <p:cNvSpPr>
            <a:spLocks noGrp="1"/>
          </p:cNvSpPr>
          <p:nvPr>
            <p:ph sz="quarter" idx="4"/>
          </p:nvPr>
        </p:nvSpPr>
        <p:spPr>
          <a:xfrm>
            <a:off x="6172200" y="2205038"/>
            <a:ext cx="5183188" cy="3984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96091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D89E-EFF7-C00C-C5DA-77594B286BB3}"/>
              </a:ext>
            </a:extLst>
          </p:cNvPr>
          <p:cNvSpPr>
            <a:spLocks noGrp="1"/>
          </p:cNvSpPr>
          <p:nvPr>
            <p:ph type="title"/>
          </p:nvPr>
        </p:nvSpPr>
        <p:spPr/>
        <p:txBody>
          <a:bodyPr/>
          <a:lstStyle/>
          <a:p>
            <a:r>
              <a:rPr lang="en-US"/>
              <a:t>Click to edit Master title style</a:t>
            </a:r>
            <a:endParaRPr lang="en-IN" dirty="0"/>
          </a:p>
        </p:txBody>
      </p:sp>
    </p:spTree>
    <p:extLst>
      <p:ext uri="{BB962C8B-B14F-4D97-AF65-F5344CB8AC3E}">
        <p14:creationId xmlns:p14="http://schemas.microsoft.com/office/powerpoint/2010/main" val="951094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Cente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D89E-EFF7-C00C-C5DA-77594B286BB3}"/>
              </a:ext>
            </a:extLst>
          </p:cNvPr>
          <p:cNvSpPr>
            <a:spLocks noGrp="1"/>
          </p:cNvSpPr>
          <p:nvPr>
            <p:ph type="title"/>
          </p:nvPr>
        </p:nvSpPr>
        <p:spPr/>
        <p:txBody>
          <a:bodyPr/>
          <a:lstStyle>
            <a:lvl1pPr algn="ctr">
              <a:defRPr/>
            </a:lvl1pPr>
          </a:lstStyle>
          <a:p>
            <a:r>
              <a:rPr lang="en-US"/>
              <a:t>Click to edit Master title style</a:t>
            </a:r>
            <a:endParaRPr lang="en-IN" dirty="0"/>
          </a:p>
        </p:txBody>
      </p:sp>
    </p:spTree>
    <p:extLst>
      <p:ext uri="{BB962C8B-B14F-4D97-AF65-F5344CB8AC3E}">
        <p14:creationId xmlns:p14="http://schemas.microsoft.com/office/powerpoint/2010/main" val="3213416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ve Part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6F00EF0-7743-4D3A-2222-E1FCC2D43EA0}"/>
              </a:ext>
            </a:extLst>
          </p:cNvPr>
          <p:cNvSpPr>
            <a:spLocks noGrp="1"/>
          </p:cNvSpPr>
          <p:nvPr>
            <p:ph type="pic" sz="quarter" idx="10" hasCustomPrompt="1"/>
          </p:nvPr>
        </p:nvSpPr>
        <p:spPr>
          <a:xfrm>
            <a:off x="470518" y="1253426"/>
            <a:ext cx="2112885" cy="3368840"/>
          </a:xfrm>
          <a:custGeom>
            <a:avLst/>
            <a:gdLst>
              <a:gd name="connsiteX0" fmla="*/ 0 w 2133599"/>
              <a:gd name="connsiteY0" fmla="*/ 0 h 2043952"/>
              <a:gd name="connsiteX1" fmla="*/ 2133599 w 2133599"/>
              <a:gd name="connsiteY1" fmla="*/ 0 h 2043952"/>
              <a:gd name="connsiteX2" fmla="*/ 2133599 w 2133599"/>
              <a:gd name="connsiteY2" fmla="*/ 2043952 h 2043952"/>
              <a:gd name="connsiteX3" fmla="*/ 0 w 2133599"/>
              <a:gd name="connsiteY3" fmla="*/ 2043952 h 2043952"/>
            </a:gdLst>
            <a:ahLst/>
            <a:cxnLst>
              <a:cxn ang="0">
                <a:pos x="connsiteX0" y="connsiteY0"/>
              </a:cxn>
              <a:cxn ang="0">
                <a:pos x="connsiteX1" y="connsiteY1"/>
              </a:cxn>
              <a:cxn ang="0">
                <a:pos x="connsiteX2" y="connsiteY2"/>
              </a:cxn>
              <a:cxn ang="0">
                <a:pos x="connsiteX3" y="connsiteY3"/>
              </a:cxn>
            </a:cxnLst>
            <a:rect l="l" t="t" r="r" b="b"/>
            <a:pathLst>
              <a:path w="2133599" h="2043952">
                <a:moveTo>
                  <a:pt x="0" y="0"/>
                </a:moveTo>
                <a:lnTo>
                  <a:pt x="2133599" y="0"/>
                </a:lnTo>
                <a:lnTo>
                  <a:pt x="2133599" y="2043952"/>
                </a:lnTo>
                <a:lnTo>
                  <a:pt x="0" y="2043952"/>
                </a:lnTo>
                <a:close/>
              </a:path>
            </a:pathLst>
          </a:custGeom>
          <a:solidFill>
            <a:schemeClr val="bg1">
              <a:lumMod val="95000"/>
            </a:schemeClr>
          </a:solidFill>
          <a:ln>
            <a:noFill/>
          </a:ln>
        </p:spPr>
        <p:txBody>
          <a:bodyPr wrap="square" bIns="457200" anchor="b">
            <a:noAutofit/>
          </a:bodyPr>
          <a:lstStyle>
            <a:lvl1pPr algn="ctr" rtl="0">
              <a:buNone/>
              <a:defRPr sz="1200">
                <a:solidFill>
                  <a:schemeClr val="tx1">
                    <a:lumMod val="50000"/>
                    <a:lumOff val="50000"/>
                  </a:schemeClr>
                </a:solidFill>
              </a:defRPr>
            </a:lvl1pPr>
          </a:lstStyle>
          <a:p>
            <a:r>
              <a:rPr lang="en-US"/>
              <a:t>Image Holder</a:t>
            </a:r>
          </a:p>
        </p:txBody>
      </p:sp>
      <p:sp>
        <p:nvSpPr>
          <p:cNvPr id="9" name="Picture Placeholder 8">
            <a:extLst>
              <a:ext uri="{FF2B5EF4-FFF2-40B4-BE49-F238E27FC236}">
                <a16:creationId xmlns:a16="http://schemas.microsoft.com/office/drawing/2014/main" id="{2F5C1424-38D7-66C2-BFBB-1359AE8A7512}"/>
              </a:ext>
            </a:extLst>
          </p:cNvPr>
          <p:cNvSpPr>
            <a:spLocks noGrp="1"/>
          </p:cNvSpPr>
          <p:nvPr>
            <p:ph type="pic" sz="quarter" idx="11" hasCustomPrompt="1"/>
          </p:nvPr>
        </p:nvSpPr>
        <p:spPr>
          <a:xfrm>
            <a:off x="2762436" y="1253426"/>
            <a:ext cx="2112885" cy="3368840"/>
          </a:xfrm>
          <a:custGeom>
            <a:avLst/>
            <a:gdLst>
              <a:gd name="connsiteX0" fmla="*/ 0 w 2133599"/>
              <a:gd name="connsiteY0" fmla="*/ 0 h 2043952"/>
              <a:gd name="connsiteX1" fmla="*/ 2133599 w 2133599"/>
              <a:gd name="connsiteY1" fmla="*/ 0 h 2043952"/>
              <a:gd name="connsiteX2" fmla="*/ 2133599 w 2133599"/>
              <a:gd name="connsiteY2" fmla="*/ 2043952 h 2043952"/>
              <a:gd name="connsiteX3" fmla="*/ 0 w 2133599"/>
              <a:gd name="connsiteY3" fmla="*/ 2043952 h 2043952"/>
            </a:gdLst>
            <a:ahLst/>
            <a:cxnLst>
              <a:cxn ang="0">
                <a:pos x="connsiteX0" y="connsiteY0"/>
              </a:cxn>
              <a:cxn ang="0">
                <a:pos x="connsiteX1" y="connsiteY1"/>
              </a:cxn>
              <a:cxn ang="0">
                <a:pos x="connsiteX2" y="connsiteY2"/>
              </a:cxn>
              <a:cxn ang="0">
                <a:pos x="connsiteX3" y="connsiteY3"/>
              </a:cxn>
            </a:cxnLst>
            <a:rect l="l" t="t" r="r" b="b"/>
            <a:pathLst>
              <a:path w="2133599" h="2043952">
                <a:moveTo>
                  <a:pt x="0" y="0"/>
                </a:moveTo>
                <a:lnTo>
                  <a:pt x="2133599" y="0"/>
                </a:lnTo>
                <a:lnTo>
                  <a:pt x="2133599" y="2043952"/>
                </a:lnTo>
                <a:lnTo>
                  <a:pt x="0" y="2043952"/>
                </a:lnTo>
                <a:close/>
              </a:path>
            </a:pathLst>
          </a:custGeom>
          <a:solidFill>
            <a:schemeClr val="bg1">
              <a:lumMod val="95000"/>
            </a:schemeClr>
          </a:solidFill>
          <a:ln>
            <a:noFill/>
          </a:ln>
        </p:spPr>
        <p:txBody>
          <a:bodyPr wrap="square" bIns="457200" anchor="b">
            <a:noAutofit/>
          </a:bodyPr>
          <a:lstStyle>
            <a:lvl1pPr algn="ctr" rtl="0">
              <a:buNone/>
              <a:defRPr sz="1200">
                <a:solidFill>
                  <a:schemeClr val="tx1">
                    <a:lumMod val="50000"/>
                    <a:lumOff val="50000"/>
                  </a:schemeClr>
                </a:solidFill>
              </a:defRPr>
            </a:lvl1pPr>
          </a:lstStyle>
          <a:p>
            <a:r>
              <a:rPr lang="en-US"/>
              <a:t>Image Holder</a:t>
            </a:r>
          </a:p>
        </p:txBody>
      </p:sp>
      <p:sp>
        <p:nvSpPr>
          <p:cNvPr id="10" name="Picture Placeholder 9">
            <a:extLst>
              <a:ext uri="{FF2B5EF4-FFF2-40B4-BE49-F238E27FC236}">
                <a16:creationId xmlns:a16="http://schemas.microsoft.com/office/drawing/2014/main" id="{A77AB55C-ABEA-07FC-3CD7-58D2ACC7AF6D}"/>
              </a:ext>
            </a:extLst>
          </p:cNvPr>
          <p:cNvSpPr>
            <a:spLocks noGrp="1"/>
          </p:cNvSpPr>
          <p:nvPr>
            <p:ph type="pic" sz="quarter" idx="12" hasCustomPrompt="1"/>
          </p:nvPr>
        </p:nvSpPr>
        <p:spPr>
          <a:xfrm>
            <a:off x="5054354" y="1253426"/>
            <a:ext cx="2112885" cy="3368840"/>
          </a:xfrm>
          <a:custGeom>
            <a:avLst/>
            <a:gdLst>
              <a:gd name="connsiteX0" fmla="*/ 0 w 2133599"/>
              <a:gd name="connsiteY0" fmla="*/ 0 h 2043952"/>
              <a:gd name="connsiteX1" fmla="*/ 2133599 w 2133599"/>
              <a:gd name="connsiteY1" fmla="*/ 0 h 2043952"/>
              <a:gd name="connsiteX2" fmla="*/ 2133599 w 2133599"/>
              <a:gd name="connsiteY2" fmla="*/ 2043952 h 2043952"/>
              <a:gd name="connsiteX3" fmla="*/ 0 w 2133599"/>
              <a:gd name="connsiteY3" fmla="*/ 2043952 h 2043952"/>
            </a:gdLst>
            <a:ahLst/>
            <a:cxnLst>
              <a:cxn ang="0">
                <a:pos x="connsiteX0" y="connsiteY0"/>
              </a:cxn>
              <a:cxn ang="0">
                <a:pos x="connsiteX1" y="connsiteY1"/>
              </a:cxn>
              <a:cxn ang="0">
                <a:pos x="connsiteX2" y="connsiteY2"/>
              </a:cxn>
              <a:cxn ang="0">
                <a:pos x="connsiteX3" y="connsiteY3"/>
              </a:cxn>
            </a:cxnLst>
            <a:rect l="l" t="t" r="r" b="b"/>
            <a:pathLst>
              <a:path w="2133599" h="2043952">
                <a:moveTo>
                  <a:pt x="0" y="0"/>
                </a:moveTo>
                <a:lnTo>
                  <a:pt x="2133599" y="0"/>
                </a:lnTo>
                <a:lnTo>
                  <a:pt x="2133599" y="2043952"/>
                </a:lnTo>
                <a:lnTo>
                  <a:pt x="0" y="2043952"/>
                </a:lnTo>
                <a:close/>
              </a:path>
            </a:pathLst>
          </a:custGeom>
          <a:solidFill>
            <a:schemeClr val="bg1">
              <a:lumMod val="95000"/>
            </a:schemeClr>
          </a:solidFill>
          <a:ln>
            <a:noFill/>
          </a:ln>
        </p:spPr>
        <p:txBody>
          <a:bodyPr wrap="square" bIns="457200" anchor="b">
            <a:noAutofit/>
          </a:bodyPr>
          <a:lstStyle>
            <a:lvl1pPr algn="ctr" rtl="0">
              <a:buNone/>
              <a:defRPr sz="1200">
                <a:solidFill>
                  <a:schemeClr val="tx1">
                    <a:lumMod val="50000"/>
                    <a:lumOff val="50000"/>
                  </a:schemeClr>
                </a:solidFill>
              </a:defRPr>
            </a:lvl1pPr>
          </a:lstStyle>
          <a:p>
            <a:r>
              <a:rPr lang="en-US"/>
              <a:t>Image Holder</a:t>
            </a:r>
          </a:p>
        </p:txBody>
      </p:sp>
      <p:sp>
        <p:nvSpPr>
          <p:cNvPr id="11" name="Picture Placeholder 10">
            <a:extLst>
              <a:ext uri="{FF2B5EF4-FFF2-40B4-BE49-F238E27FC236}">
                <a16:creationId xmlns:a16="http://schemas.microsoft.com/office/drawing/2014/main" id="{B25C4D96-2097-D591-F7A6-9DD33C91CF72}"/>
              </a:ext>
            </a:extLst>
          </p:cNvPr>
          <p:cNvSpPr>
            <a:spLocks noGrp="1"/>
          </p:cNvSpPr>
          <p:nvPr>
            <p:ph type="pic" sz="quarter" idx="13" hasCustomPrompt="1"/>
          </p:nvPr>
        </p:nvSpPr>
        <p:spPr>
          <a:xfrm>
            <a:off x="7346272" y="1253426"/>
            <a:ext cx="2112885" cy="3368840"/>
          </a:xfrm>
          <a:custGeom>
            <a:avLst/>
            <a:gdLst>
              <a:gd name="connsiteX0" fmla="*/ 0 w 2133599"/>
              <a:gd name="connsiteY0" fmla="*/ 0 h 2043952"/>
              <a:gd name="connsiteX1" fmla="*/ 2133599 w 2133599"/>
              <a:gd name="connsiteY1" fmla="*/ 0 h 2043952"/>
              <a:gd name="connsiteX2" fmla="*/ 2133599 w 2133599"/>
              <a:gd name="connsiteY2" fmla="*/ 2043952 h 2043952"/>
              <a:gd name="connsiteX3" fmla="*/ 0 w 2133599"/>
              <a:gd name="connsiteY3" fmla="*/ 2043952 h 2043952"/>
            </a:gdLst>
            <a:ahLst/>
            <a:cxnLst>
              <a:cxn ang="0">
                <a:pos x="connsiteX0" y="connsiteY0"/>
              </a:cxn>
              <a:cxn ang="0">
                <a:pos x="connsiteX1" y="connsiteY1"/>
              </a:cxn>
              <a:cxn ang="0">
                <a:pos x="connsiteX2" y="connsiteY2"/>
              </a:cxn>
              <a:cxn ang="0">
                <a:pos x="connsiteX3" y="connsiteY3"/>
              </a:cxn>
            </a:cxnLst>
            <a:rect l="l" t="t" r="r" b="b"/>
            <a:pathLst>
              <a:path w="2133599" h="2043952">
                <a:moveTo>
                  <a:pt x="0" y="0"/>
                </a:moveTo>
                <a:lnTo>
                  <a:pt x="2133599" y="0"/>
                </a:lnTo>
                <a:lnTo>
                  <a:pt x="2133599" y="2043952"/>
                </a:lnTo>
                <a:lnTo>
                  <a:pt x="0" y="2043952"/>
                </a:lnTo>
                <a:close/>
              </a:path>
            </a:pathLst>
          </a:custGeom>
          <a:solidFill>
            <a:schemeClr val="bg1">
              <a:lumMod val="95000"/>
            </a:schemeClr>
          </a:solidFill>
          <a:ln>
            <a:noFill/>
          </a:ln>
        </p:spPr>
        <p:txBody>
          <a:bodyPr wrap="square" bIns="457200" anchor="b">
            <a:noAutofit/>
          </a:bodyPr>
          <a:lstStyle>
            <a:lvl1pPr algn="ctr" rtl="0">
              <a:buNone/>
              <a:defRPr sz="1200">
                <a:solidFill>
                  <a:schemeClr val="tx1">
                    <a:lumMod val="50000"/>
                    <a:lumOff val="50000"/>
                  </a:schemeClr>
                </a:solidFill>
              </a:defRPr>
            </a:lvl1pPr>
          </a:lstStyle>
          <a:p>
            <a:r>
              <a:rPr lang="en-US"/>
              <a:t>Image Holder</a:t>
            </a:r>
          </a:p>
        </p:txBody>
      </p:sp>
      <p:sp>
        <p:nvSpPr>
          <p:cNvPr id="12" name="Picture Placeholder 11">
            <a:extLst>
              <a:ext uri="{FF2B5EF4-FFF2-40B4-BE49-F238E27FC236}">
                <a16:creationId xmlns:a16="http://schemas.microsoft.com/office/drawing/2014/main" id="{AACDC6D4-73B6-2A1E-7251-34FAEE3F6EF4}"/>
              </a:ext>
            </a:extLst>
          </p:cNvPr>
          <p:cNvSpPr>
            <a:spLocks noGrp="1"/>
          </p:cNvSpPr>
          <p:nvPr>
            <p:ph type="pic" sz="quarter" idx="14" hasCustomPrompt="1"/>
          </p:nvPr>
        </p:nvSpPr>
        <p:spPr>
          <a:xfrm>
            <a:off x="9638190" y="1253426"/>
            <a:ext cx="2112885" cy="3368840"/>
          </a:xfrm>
          <a:custGeom>
            <a:avLst/>
            <a:gdLst>
              <a:gd name="connsiteX0" fmla="*/ 0 w 2133599"/>
              <a:gd name="connsiteY0" fmla="*/ 0 h 2043952"/>
              <a:gd name="connsiteX1" fmla="*/ 2133599 w 2133599"/>
              <a:gd name="connsiteY1" fmla="*/ 0 h 2043952"/>
              <a:gd name="connsiteX2" fmla="*/ 2133599 w 2133599"/>
              <a:gd name="connsiteY2" fmla="*/ 2043952 h 2043952"/>
              <a:gd name="connsiteX3" fmla="*/ 0 w 2133599"/>
              <a:gd name="connsiteY3" fmla="*/ 2043952 h 2043952"/>
            </a:gdLst>
            <a:ahLst/>
            <a:cxnLst>
              <a:cxn ang="0">
                <a:pos x="connsiteX0" y="connsiteY0"/>
              </a:cxn>
              <a:cxn ang="0">
                <a:pos x="connsiteX1" y="connsiteY1"/>
              </a:cxn>
              <a:cxn ang="0">
                <a:pos x="connsiteX2" y="connsiteY2"/>
              </a:cxn>
              <a:cxn ang="0">
                <a:pos x="connsiteX3" y="connsiteY3"/>
              </a:cxn>
            </a:cxnLst>
            <a:rect l="l" t="t" r="r" b="b"/>
            <a:pathLst>
              <a:path w="2133599" h="2043952">
                <a:moveTo>
                  <a:pt x="0" y="0"/>
                </a:moveTo>
                <a:lnTo>
                  <a:pt x="2133599" y="0"/>
                </a:lnTo>
                <a:lnTo>
                  <a:pt x="2133599" y="2043952"/>
                </a:lnTo>
                <a:lnTo>
                  <a:pt x="0" y="2043952"/>
                </a:lnTo>
                <a:close/>
              </a:path>
            </a:pathLst>
          </a:custGeom>
          <a:solidFill>
            <a:schemeClr val="bg1">
              <a:lumMod val="95000"/>
            </a:schemeClr>
          </a:solidFill>
          <a:ln>
            <a:noFill/>
          </a:ln>
        </p:spPr>
        <p:txBody>
          <a:bodyPr wrap="square" bIns="457200" anchor="b">
            <a:noAutofit/>
          </a:bodyPr>
          <a:lstStyle>
            <a:lvl1pPr algn="ctr" rtl="0">
              <a:buNone/>
              <a:defRPr sz="1200">
                <a:solidFill>
                  <a:schemeClr val="tx1">
                    <a:lumMod val="50000"/>
                    <a:lumOff val="50000"/>
                  </a:schemeClr>
                </a:solidFill>
              </a:defRPr>
            </a:lvl1pPr>
          </a:lstStyle>
          <a:p>
            <a:r>
              <a:rPr lang="en-US"/>
              <a:t>Image Holder</a:t>
            </a:r>
          </a:p>
        </p:txBody>
      </p:sp>
      <p:sp>
        <p:nvSpPr>
          <p:cNvPr id="2" name="Title 1">
            <a:extLst>
              <a:ext uri="{FF2B5EF4-FFF2-40B4-BE49-F238E27FC236}">
                <a16:creationId xmlns:a16="http://schemas.microsoft.com/office/drawing/2014/main" id="{9BFBD89E-EFF7-C00C-C5DA-77594B286BB3}"/>
              </a:ext>
            </a:extLst>
          </p:cNvPr>
          <p:cNvSpPr>
            <a:spLocks noGrp="1"/>
          </p:cNvSpPr>
          <p:nvPr>
            <p:ph type="title"/>
          </p:nvPr>
        </p:nvSpPr>
        <p:spPr>
          <a:xfrm>
            <a:off x="838200" y="361950"/>
            <a:ext cx="10515600" cy="695325"/>
          </a:xfrm>
        </p:spPr>
        <p:txBody>
          <a:bodyPr/>
          <a:lstStyle>
            <a:lvl1pPr algn="ctr">
              <a:defRPr/>
            </a:lvl1pPr>
          </a:lstStyle>
          <a:p>
            <a:r>
              <a:rPr lang="en-US"/>
              <a:t>Click to edit Master title style</a:t>
            </a:r>
            <a:endParaRPr lang="en-IN" dirty="0"/>
          </a:p>
        </p:txBody>
      </p:sp>
      <p:sp>
        <p:nvSpPr>
          <p:cNvPr id="4" name="Text Placeholder 2">
            <a:extLst>
              <a:ext uri="{FF2B5EF4-FFF2-40B4-BE49-F238E27FC236}">
                <a16:creationId xmlns:a16="http://schemas.microsoft.com/office/drawing/2014/main" id="{4A9F090B-2DEC-B7FE-8EBD-7AED25D61F22}"/>
              </a:ext>
            </a:extLst>
          </p:cNvPr>
          <p:cNvSpPr>
            <a:spLocks noGrp="1"/>
          </p:cNvSpPr>
          <p:nvPr>
            <p:ph idx="1" hasCustomPrompt="1"/>
          </p:nvPr>
        </p:nvSpPr>
        <p:spPr>
          <a:xfrm>
            <a:off x="464595" y="4689996"/>
            <a:ext cx="2112885" cy="695325"/>
          </a:xfrm>
          <a:prstGeom prst="rect">
            <a:avLst/>
          </a:prstGeom>
        </p:spPr>
        <p:txBody>
          <a:bodyPr vert="horz" lIns="91440" tIns="45720" rIns="91440" bIns="45720" rtlCol="0">
            <a:normAutofit/>
          </a:bodyPr>
          <a:lstStyle>
            <a:lvl1pPr marL="0" indent="0">
              <a:buNone/>
              <a:defRPr lang="en-IN" sz="1600" b="1" kern="1200" dirty="0">
                <a:solidFill>
                  <a:srgbClr val="32355F"/>
                </a:solidFill>
                <a:latin typeface="Segoe UI" panose="020B0502040204020203" pitchFamily="34" charset="0"/>
                <a:ea typeface="+mn-ea"/>
                <a:cs typeface="Segoe UI" panose="020B0502040204020203" pitchFamily="34" charset="0"/>
              </a:defRPr>
            </a:lvl1pPr>
          </a:lstStyle>
          <a:p>
            <a:pPr lvl="0"/>
            <a:r>
              <a:rPr lang="en-US" dirty="0"/>
              <a:t>Insert Category</a:t>
            </a:r>
            <a:endParaRPr lang="en-IN" dirty="0"/>
          </a:p>
        </p:txBody>
      </p:sp>
      <p:sp>
        <p:nvSpPr>
          <p:cNvPr id="5" name="Text Placeholder 2">
            <a:extLst>
              <a:ext uri="{FF2B5EF4-FFF2-40B4-BE49-F238E27FC236}">
                <a16:creationId xmlns:a16="http://schemas.microsoft.com/office/drawing/2014/main" id="{6C293201-C76A-AB7C-61FF-D7DE72DEA068}"/>
              </a:ext>
            </a:extLst>
          </p:cNvPr>
          <p:cNvSpPr>
            <a:spLocks noGrp="1"/>
          </p:cNvSpPr>
          <p:nvPr>
            <p:ph idx="15" hasCustomPrompt="1"/>
          </p:nvPr>
        </p:nvSpPr>
        <p:spPr>
          <a:xfrm>
            <a:off x="464594" y="5398720"/>
            <a:ext cx="2112885" cy="695325"/>
          </a:xfrm>
          <a:prstGeom prst="rect">
            <a:avLst/>
          </a:prstGeom>
        </p:spPr>
        <p:txBody>
          <a:bodyPr vert="horz" lIns="91440" tIns="45720" rIns="91440" bIns="45720" rtlCol="0">
            <a:normAutofit/>
          </a:bodyPr>
          <a:lstStyle>
            <a:lvl1pPr marL="0" indent="0">
              <a:buNone/>
              <a:defRPr lang="en-IN" sz="1000" b="0" i="0" kern="1200" dirty="0">
                <a:solidFill>
                  <a:srgbClr val="000000"/>
                </a:solidFill>
                <a:effectLst/>
                <a:latin typeface="Segoe UI" panose="020B0502040204020203" pitchFamily="34" charset="0"/>
                <a:ea typeface="+mn-ea"/>
                <a:cs typeface="Segoe UI" panose="020B0502040204020203" pitchFamily="34" charset="0"/>
              </a:defRPr>
            </a:lvl1pPr>
          </a:lstStyle>
          <a:p>
            <a:pPr lvl="0"/>
            <a:r>
              <a:rPr lang="en-US" dirty="0"/>
              <a:t>Insert content</a:t>
            </a:r>
            <a:endParaRPr lang="en-IN" dirty="0"/>
          </a:p>
        </p:txBody>
      </p:sp>
      <p:sp>
        <p:nvSpPr>
          <p:cNvPr id="6" name="Text Placeholder 2">
            <a:extLst>
              <a:ext uri="{FF2B5EF4-FFF2-40B4-BE49-F238E27FC236}">
                <a16:creationId xmlns:a16="http://schemas.microsoft.com/office/drawing/2014/main" id="{D76AC3B9-1F64-628E-827C-EED8ED865A0B}"/>
              </a:ext>
            </a:extLst>
          </p:cNvPr>
          <p:cNvSpPr>
            <a:spLocks noGrp="1"/>
          </p:cNvSpPr>
          <p:nvPr>
            <p:ph idx="16" hasCustomPrompt="1"/>
          </p:nvPr>
        </p:nvSpPr>
        <p:spPr>
          <a:xfrm>
            <a:off x="2762436" y="4703395"/>
            <a:ext cx="2112885" cy="695325"/>
          </a:xfrm>
          <a:prstGeom prst="rect">
            <a:avLst/>
          </a:prstGeom>
        </p:spPr>
        <p:txBody>
          <a:bodyPr vert="horz" lIns="91440" tIns="45720" rIns="91440" bIns="45720" rtlCol="0">
            <a:normAutofit/>
          </a:bodyPr>
          <a:lstStyle>
            <a:lvl1pPr marL="0" indent="0">
              <a:buNone/>
              <a:defRPr lang="en-IN" sz="1600" b="1" kern="1200" dirty="0">
                <a:solidFill>
                  <a:srgbClr val="32355F"/>
                </a:solidFill>
                <a:latin typeface="Segoe UI" panose="020B0502040204020203" pitchFamily="34" charset="0"/>
                <a:ea typeface="+mn-ea"/>
                <a:cs typeface="Segoe UI" panose="020B0502040204020203" pitchFamily="34" charset="0"/>
              </a:defRPr>
            </a:lvl1pPr>
          </a:lstStyle>
          <a:p>
            <a:pPr lvl="0"/>
            <a:r>
              <a:rPr lang="en-US" dirty="0"/>
              <a:t>Insert Category</a:t>
            </a:r>
            <a:endParaRPr lang="en-IN" dirty="0"/>
          </a:p>
        </p:txBody>
      </p:sp>
      <p:sp>
        <p:nvSpPr>
          <p:cNvPr id="7" name="Text Placeholder 2">
            <a:extLst>
              <a:ext uri="{FF2B5EF4-FFF2-40B4-BE49-F238E27FC236}">
                <a16:creationId xmlns:a16="http://schemas.microsoft.com/office/drawing/2014/main" id="{5A8F26BA-7B5F-18AD-022A-B7806C81C768}"/>
              </a:ext>
            </a:extLst>
          </p:cNvPr>
          <p:cNvSpPr>
            <a:spLocks noGrp="1"/>
          </p:cNvSpPr>
          <p:nvPr>
            <p:ph idx="17" hasCustomPrompt="1"/>
          </p:nvPr>
        </p:nvSpPr>
        <p:spPr>
          <a:xfrm>
            <a:off x="2762435" y="5412119"/>
            <a:ext cx="2112885" cy="695325"/>
          </a:xfrm>
          <a:prstGeom prst="rect">
            <a:avLst/>
          </a:prstGeom>
        </p:spPr>
        <p:txBody>
          <a:bodyPr vert="horz" lIns="91440" tIns="45720" rIns="91440" bIns="45720" rtlCol="0">
            <a:normAutofit/>
          </a:bodyPr>
          <a:lstStyle>
            <a:lvl1pPr marL="0" indent="0">
              <a:buNone/>
              <a:defRPr lang="en-IN" sz="1000" b="0" i="0" kern="1200" dirty="0">
                <a:solidFill>
                  <a:srgbClr val="000000"/>
                </a:solidFill>
                <a:effectLst/>
                <a:latin typeface="Segoe UI" panose="020B0502040204020203" pitchFamily="34" charset="0"/>
                <a:ea typeface="+mn-ea"/>
                <a:cs typeface="Segoe UI" panose="020B0502040204020203" pitchFamily="34" charset="0"/>
              </a:defRPr>
            </a:lvl1pPr>
          </a:lstStyle>
          <a:p>
            <a:pPr lvl="0"/>
            <a:r>
              <a:rPr lang="en-US" dirty="0"/>
              <a:t>Insert content</a:t>
            </a:r>
            <a:endParaRPr lang="en-IN" dirty="0"/>
          </a:p>
        </p:txBody>
      </p:sp>
      <p:sp>
        <p:nvSpPr>
          <p:cNvPr id="13" name="Text Placeholder 2">
            <a:extLst>
              <a:ext uri="{FF2B5EF4-FFF2-40B4-BE49-F238E27FC236}">
                <a16:creationId xmlns:a16="http://schemas.microsoft.com/office/drawing/2014/main" id="{F6C2D0BC-6554-363F-1B3C-6B1C8975A467}"/>
              </a:ext>
            </a:extLst>
          </p:cNvPr>
          <p:cNvSpPr>
            <a:spLocks noGrp="1"/>
          </p:cNvSpPr>
          <p:nvPr>
            <p:ph idx="18" hasCustomPrompt="1"/>
          </p:nvPr>
        </p:nvSpPr>
        <p:spPr>
          <a:xfrm>
            <a:off x="5054354" y="4716794"/>
            <a:ext cx="2112885" cy="695325"/>
          </a:xfrm>
          <a:prstGeom prst="rect">
            <a:avLst/>
          </a:prstGeom>
        </p:spPr>
        <p:txBody>
          <a:bodyPr vert="horz" lIns="91440" tIns="45720" rIns="91440" bIns="45720" rtlCol="0">
            <a:normAutofit/>
          </a:bodyPr>
          <a:lstStyle>
            <a:lvl1pPr marL="0" indent="0">
              <a:buNone/>
              <a:defRPr lang="en-IN" sz="1600" b="1" kern="1200" dirty="0">
                <a:solidFill>
                  <a:srgbClr val="32355F"/>
                </a:solidFill>
                <a:latin typeface="Segoe UI" panose="020B0502040204020203" pitchFamily="34" charset="0"/>
                <a:ea typeface="+mn-ea"/>
                <a:cs typeface="Segoe UI" panose="020B0502040204020203" pitchFamily="34" charset="0"/>
              </a:defRPr>
            </a:lvl1pPr>
          </a:lstStyle>
          <a:p>
            <a:pPr lvl="0"/>
            <a:r>
              <a:rPr lang="en-US" dirty="0"/>
              <a:t>Insert Category</a:t>
            </a:r>
            <a:endParaRPr lang="en-IN" dirty="0"/>
          </a:p>
        </p:txBody>
      </p:sp>
      <p:sp>
        <p:nvSpPr>
          <p:cNvPr id="14" name="Text Placeholder 2">
            <a:extLst>
              <a:ext uri="{FF2B5EF4-FFF2-40B4-BE49-F238E27FC236}">
                <a16:creationId xmlns:a16="http://schemas.microsoft.com/office/drawing/2014/main" id="{18E97738-47B4-1E3C-B2E9-9B17A5FAE310}"/>
              </a:ext>
            </a:extLst>
          </p:cNvPr>
          <p:cNvSpPr>
            <a:spLocks noGrp="1"/>
          </p:cNvSpPr>
          <p:nvPr>
            <p:ph idx="19" hasCustomPrompt="1"/>
          </p:nvPr>
        </p:nvSpPr>
        <p:spPr>
          <a:xfrm>
            <a:off x="5054353" y="5425518"/>
            <a:ext cx="2112885" cy="695325"/>
          </a:xfrm>
          <a:prstGeom prst="rect">
            <a:avLst/>
          </a:prstGeom>
        </p:spPr>
        <p:txBody>
          <a:bodyPr vert="horz" lIns="91440" tIns="45720" rIns="91440" bIns="45720" rtlCol="0">
            <a:normAutofit/>
          </a:bodyPr>
          <a:lstStyle>
            <a:lvl1pPr marL="0" indent="0">
              <a:buNone/>
              <a:defRPr lang="en-IN" sz="1000" b="0" i="0" kern="1200" dirty="0">
                <a:solidFill>
                  <a:srgbClr val="000000"/>
                </a:solidFill>
                <a:effectLst/>
                <a:latin typeface="Segoe UI" panose="020B0502040204020203" pitchFamily="34" charset="0"/>
                <a:ea typeface="+mn-ea"/>
                <a:cs typeface="Segoe UI" panose="020B0502040204020203" pitchFamily="34" charset="0"/>
              </a:defRPr>
            </a:lvl1pPr>
          </a:lstStyle>
          <a:p>
            <a:pPr lvl="0"/>
            <a:r>
              <a:rPr lang="en-US" dirty="0"/>
              <a:t>Insert content</a:t>
            </a:r>
            <a:endParaRPr lang="en-IN" dirty="0"/>
          </a:p>
        </p:txBody>
      </p:sp>
      <p:sp>
        <p:nvSpPr>
          <p:cNvPr id="15" name="Text Placeholder 2">
            <a:extLst>
              <a:ext uri="{FF2B5EF4-FFF2-40B4-BE49-F238E27FC236}">
                <a16:creationId xmlns:a16="http://schemas.microsoft.com/office/drawing/2014/main" id="{D1B4D435-604E-C0DF-7DB0-D832C05EA62B}"/>
              </a:ext>
            </a:extLst>
          </p:cNvPr>
          <p:cNvSpPr>
            <a:spLocks noGrp="1"/>
          </p:cNvSpPr>
          <p:nvPr>
            <p:ph idx="20" hasCustomPrompt="1"/>
          </p:nvPr>
        </p:nvSpPr>
        <p:spPr>
          <a:xfrm>
            <a:off x="7346273" y="4703395"/>
            <a:ext cx="2112885" cy="695325"/>
          </a:xfrm>
          <a:prstGeom prst="rect">
            <a:avLst/>
          </a:prstGeom>
        </p:spPr>
        <p:txBody>
          <a:bodyPr vert="horz" lIns="91440" tIns="45720" rIns="91440" bIns="45720" rtlCol="0">
            <a:normAutofit/>
          </a:bodyPr>
          <a:lstStyle>
            <a:lvl1pPr marL="0" indent="0">
              <a:buNone/>
              <a:defRPr lang="en-IN" sz="1600" b="1" kern="1200" dirty="0">
                <a:solidFill>
                  <a:srgbClr val="32355F"/>
                </a:solidFill>
                <a:latin typeface="Segoe UI" panose="020B0502040204020203" pitchFamily="34" charset="0"/>
                <a:ea typeface="+mn-ea"/>
                <a:cs typeface="Segoe UI" panose="020B0502040204020203" pitchFamily="34" charset="0"/>
              </a:defRPr>
            </a:lvl1pPr>
          </a:lstStyle>
          <a:p>
            <a:pPr lvl="0"/>
            <a:r>
              <a:rPr lang="en-US" dirty="0"/>
              <a:t>Insert Category</a:t>
            </a:r>
            <a:endParaRPr lang="en-IN" dirty="0"/>
          </a:p>
        </p:txBody>
      </p:sp>
      <p:sp>
        <p:nvSpPr>
          <p:cNvPr id="16" name="Text Placeholder 2">
            <a:extLst>
              <a:ext uri="{FF2B5EF4-FFF2-40B4-BE49-F238E27FC236}">
                <a16:creationId xmlns:a16="http://schemas.microsoft.com/office/drawing/2014/main" id="{E1C9488D-1F37-9BDB-D247-9EE36E817F59}"/>
              </a:ext>
            </a:extLst>
          </p:cNvPr>
          <p:cNvSpPr>
            <a:spLocks noGrp="1"/>
          </p:cNvSpPr>
          <p:nvPr>
            <p:ph idx="21" hasCustomPrompt="1"/>
          </p:nvPr>
        </p:nvSpPr>
        <p:spPr>
          <a:xfrm>
            <a:off x="7346272" y="5412119"/>
            <a:ext cx="2112885" cy="695325"/>
          </a:xfrm>
          <a:prstGeom prst="rect">
            <a:avLst/>
          </a:prstGeom>
        </p:spPr>
        <p:txBody>
          <a:bodyPr vert="horz" lIns="91440" tIns="45720" rIns="91440" bIns="45720" rtlCol="0">
            <a:normAutofit/>
          </a:bodyPr>
          <a:lstStyle>
            <a:lvl1pPr marL="0" indent="0">
              <a:buNone/>
              <a:defRPr lang="en-IN" sz="1000" b="0" i="0" kern="1200" dirty="0">
                <a:solidFill>
                  <a:srgbClr val="000000"/>
                </a:solidFill>
                <a:effectLst/>
                <a:latin typeface="Segoe UI" panose="020B0502040204020203" pitchFamily="34" charset="0"/>
                <a:ea typeface="+mn-ea"/>
                <a:cs typeface="Segoe UI" panose="020B0502040204020203" pitchFamily="34" charset="0"/>
              </a:defRPr>
            </a:lvl1pPr>
          </a:lstStyle>
          <a:p>
            <a:pPr lvl="0"/>
            <a:r>
              <a:rPr lang="en-US" dirty="0"/>
              <a:t>Insert content</a:t>
            </a:r>
            <a:endParaRPr lang="en-IN" dirty="0"/>
          </a:p>
        </p:txBody>
      </p:sp>
      <p:sp>
        <p:nvSpPr>
          <p:cNvPr id="17" name="Text Placeholder 2">
            <a:extLst>
              <a:ext uri="{FF2B5EF4-FFF2-40B4-BE49-F238E27FC236}">
                <a16:creationId xmlns:a16="http://schemas.microsoft.com/office/drawing/2014/main" id="{C0910913-E0BF-A8C9-27F4-8C4742630054}"/>
              </a:ext>
            </a:extLst>
          </p:cNvPr>
          <p:cNvSpPr>
            <a:spLocks noGrp="1"/>
          </p:cNvSpPr>
          <p:nvPr>
            <p:ph idx="22" hasCustomPrompt="1"/>
          </p:nvPr>
        </p:nvSpPr>
        <p:spPr>
          <a:xfrm>
            <a:off x="9638191" y="4676597"/>
            <a:ext cx="2112885" cy="695325"/>
          </a:xfrm>
          <a:prstGeom prst="rect">
            <a:avLst/>
          </a:prstGeom>
        </p:spPr>
        <p:txBody>
          <a:bodyPr vert="horz" lIns="91440" tIns="45720" rIns="91440" bIns="45720" rtlCol="0">
            <a:normAutofit/>
          </a:bodyPr>
          <a:lstStyle>
            <a:lvl1pPr marL="0" indent="0">
              <a:buNone/>
              <a:defRPr lang="en-IN" sz="1600" b="1" kern="1200" dirty="0">
                <a:solidFill>
                  <a:srgbClr val="32355F"/>
                </a:solidFill>
                <a:latin typeface="Segoe UI" panose="020B0502040204020203" pitchFamily="34" charset="0"/>
                <a:ea typeface="+mn-ea"/>
                <a:cs typeface="Segoe UI" panose="020B0502040204020203" pitchFamily="34" charset="0"/>
              </a:defRPr>
            </a:lvl1pPr>
          </a:lstStyle>
          <a:p>
            <a:pPr lvl="0"/>
            <a:r>
              <a:rPr lang="en-US" dirty="0"/>
              <a:t>Insert Category</a:t>
            </a:r>
            <a:endParaRPr lang="en-IN" dirty="0"/>
          </a:p>
        </p:txBody>
      </p:sp>
      <p:sp>
        <p:nvSpPr>
          <p:cNvPr id="18" name="Text Placeholder 2">
            <a:extLst>
              <a:ext uri="{FF2B5EF4-FFF2-40B4-BE49-F238E27FC236}">
                <a16:creationId xmlns:a16="http://schemas.microsoft.com/office/drawing/2014/main" id="{BFFC1A8B-F27C-2C8C-F415-0CCB5748BE6A}"/>
              </a:ext>
            </a:extLst>
          </p:cNvPr>
          <p:cNvSpPr>
            <a:spLocks noGrp="1"/>
          </p:cNvSpPr>
          <p:nvPr>
            <p:ph idx="23" hasCustomPrompt="1"/>
          </p:nvPr>
        </p:nvSpPr>
        <p:spPr>
          <a:xfrm>
            <a:off x="9638190" y="5385321"/>
            <a:ext cx="2112885" cy="695325"/>
          </a:xfrm>
          <a:prstGeom prst="rect">
            <a:avLst/>
          </a:prstGeom>
        </p:spPr>
        <p:txBody>
          <a:bodyPr vert="horz" lIns="91440" tIns="45720" rIns="91440" bIns="45720" rtlCol="0">
            <a:normAutofit/>
          </a:bodyPr>
          <a:lstStyle>
            <a:lvl1pPr marL="0" indent="0">
              <a:buNone/>
              <a:defRPr lang="en-IN" sz="1000" b="0" i="0" kern="1200" dirty="0">
                <a:solidFill>
                  <a:srgbClr val="000000"/>
                </a:solidFill>
                <a:effectLst/>
                <a:latin typeface="Segoe UI" panose="020B0502040204020203" pitchFamily="34" charset="0"/>
                <a:ea typeface="+mn-ea"/>
                <a:cs typeface="Segoe UI" panose="020B0502040204020203" pitchFamily="34" charset="0"/>
              </a:defRPr>
            </a:lvl1pPr>
          </a:lstStyle>
          <a:p>
            <a:pPr lvl="0"/>
            <a:r>
              <a:rPr lang="en-US" dirty="0"/>
              <a:t>Insert content</a:t>
            </a:r>
            <a:endParaRPr lang="en-IN" dirty="0"/>
          </a:p>
        </p:txBody>
      </p:sp>
    </p:spTree>
    <p:extLst>
      <p:ext uri="{BB962C8B-B14F-4D97-AF65-F5344CB8AC3E}">
        <p14:creationId xmlns:p14="http://schemas.microsoft.com/office/powerpoint/2010/main" val="3172827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with Right Bottom Photo">
    <p:spTree>
      <p:nvGrpSpPr>
        <p:cNvPr id="1" name=""/>
        <p:cNvGrpSpPr/>
        <p:nvPr/>
      </p:nvGrpSpPr>
      <p:grpSpPr>
        <a:xfrm>
          <a:off x="0" y="0"/>
          <a:ext cx="0" cy="0"/>
          <a:chOff x="0" y="0"/>
          <a:chExt cx="0" cy="0"/>
        </a:xfrm>
      </p:grpSpPr>
      <p:sp>
        <p:nvSpPr>
          <p:cNvPr id="4" name="Рисунок 3"/>
          <p:cNvSpPr>
            <a:spLocks noGrp="1"/>
          </p:cNvSpPr>
          <p:nvPr>
            <p:ph type="pic" sz="quarter" idx="35"/>
          </p:nvPr>
        </p:nvSpPr>
        <p:spPr>
          <a:xfrm rot="10800000" flipV="1">
            <a:off x="6780032" y="723153"/>
            <a:ext cx="5411968" cy="5411694"/>
          </a:xfrm>
          <a:custGeom>
            <a:avLst/>
            <a:gdLst>
              <a:gd name="connsiteX0" fmla="*/ 0 w 10824642"/>
              <a:gd name="connsiteY0" fmla="*/ 0 h 10824642"/>
              <a:gd name="connsiteX1" fmla="*/ 0 w 10824642"/>
              <a:gd name="connsiteY1" fmla="*/ 5191533 h 10824642"/>
              <a:gd name="connsiteX2" fmla="*/ 1503754 w 10824642"/>
              <a:gd name="connsiteY2" fmla="*/ 5812130 h 10824642"/>
              <a:gd name="connsiteX3" fmla="*/ 5012516 w 10824642"/>
              <a:gd name="connsiteY3" fmla="*/ 9320888 h 10824642"/>
              <a:gd name="connsiteX4" fmla="*/ 5633110 w 10824642"/>
              <a:gd name="connsiteY4" fmla="*/ 10824642 h 10824642"/>
              <a:gd name="connsiteX5" fmla="*/ 10824642 w 10824642"/>
              <a:gd name="connsiteY5" fmla="*/ 10824642 h 10824642"/>
              <a:gd name="connsiteX6" fmla="*/ 9297018 w 10824642"/>
              <a:gd name="connsiteY6" fmla="*/ 7136866 h 10824642"/>
              <a:gd name="connsiteX7" fmla="*/ 3687778 w 10824642"/>
              <a:gd name="connsiteY7" fmla="*/ 1527624 h 10824642"/>
              <a:gd name="connsiteX8" fmla="*/ 0 w 10824642"/>
              <a:gd name="connsiteY8" fmla="*/ 0 h 1082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24642" h="10824642">
                <a:moveTo>
                  <a:pt x="0" y="0"/>
                </a:moveTo>
                <a:cubicBezTo>
                  <a:pt x="0" y="0"/>
                  <a:pt x="0" y="0"/>
                  <a:pt x="0" y="5191533"/>
                </a:cubicBezTo>
                <a:cubicBezTo>
                  <a:pt x="548990" y="5191533"/>
                  <a:pt x="1086044" y="5394420"/>
                  <a:pt x="1503754" y="5812130"/>
                </a:cubicBezTo>
                <a:cubicBezTo>
                  <a:pt x="1503754" y="5812130"/>
                  <a:pt x="1503754" y="5812130"/>
                  <a:pt x="5012516" y="9320888"/>
                </a:cubicBezTo>
                <a:cubicBezTo>
                  <a:pt x="5430224" y="9738600"/>
                  <a:pt x="5633110" y="10275654"/>
                  <a:pt x="5633110" y="10824642"/>
                </a:cubicBezTo>
                <a:cubicBezTo>
                  <a:pt x="5633110" y="10824642"/>
                  <a:pt x="5633110" y="10824642"/>
                  <a:pt x="10824642" y="10824642"/>
                </a:cubicBezTo>
                <a:cubicBezTo>
                  <a:pt x="10824642" y="9487972"/>
                  <a:pt x="10311458" y="8163238"/>
                  <a:pt x="9297018" y="7136866"/>
                </a:cubicBezTo>
                <a:cubicBezTo>
                  <a:pt x="9297018" y="7136866"/>
                  <a:pt x="9297018" y="7136866"/>
                  <a:pt x="3687778" y="1527624"/>
                </a:cubicBezTo>
                <a:cubicBezTo>
                  <a:pt x="2661408" y="513186"/>
                  <a:pt x="1336670" y="0"/>
                  <a:pt x="0"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ru-RU" sz="400" dirty="0"/>
            </a:lvl1pPr>
          </a:lstStyle>
          <a:p>
            <a:pPr lvl="0" algn="ctr"/>
            <a:r>
              <a:rPr lang="en-US"/>
              <a:t>Click icon to add picture</a:t>
            </a:r>
            <a:endParaRPr lang="ru-RU" dirty="0"/>
          </a:p>
        </p:txBody>
      </p:sp>
      <p:sp>
        <p:nvSpPr>
          <p:cNvPr id="8" name="Заголовок 1">
            <a:extLst>
              <a:ext uri="{FF2B5EF4-FFF2-40B4-BE49-F238E27FC236}">
                <a16:creationId xmlns:a16="http://schemas.microsoft.com/office/drawing/2014/main" id="{EED9F729-3673-DA4F-BD8A-6B122265D410}"/>
              </a:ext>
            </a:extLst>
          </p:cNvPr>
          <p:cNvSpPr>
            <a:spLocks noGrp="1"/>
          </p:cNvSpPr>
          <p:nvPr>
            <p:ph type="title" hasCustomPrompt="1"/>
          </p:nvPr>
        </p:nvSpPr>
        <p:spPr>
          <a:xfrm>
            <a:off x="800855" y="303614"/>
            <a:ext cx="4215165" cy="810812"/>
          </a:xfrm>
          <a:prstGeom prst="rect">
            <a:avLst/>
          </a:prstGeom>
        </p:spPr>
        <p:txBody>
          <a:bodyPr>
            <a:no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ru-RU" sz="4000" b="0" i="0" kern="1200" spc="0" baseline="0" dirty="0">
                <a:solidFill>
                  <a:schemeClr val="tx1"/>
                </a:solidFill>
                <a:latin typeface="Segoe UI" panose="020B0502040204020203" pitchFamily="34" charset="0"/>
                <a:cs typeface="Segoe UI" panose="020B0502040204020203" pitchFamily="34" charset="0"/>
              </a:defRPr>
            </a:lvl1pPr>
          </a:lstStyle>
          <a:p>
            <a:r>
              <a:rPr lang="en-US" dirty="0"/>
              <a:t>Insert Title</a:t>
            </a:r>
            <a:endParaRPr lang="ru-RU" dirty="0"/>
          </a:p>
        </p:txBody>
      </p:sp>
      <p:sp>
        <p:nvSpPr>
          <p:cNvPr id="9" name="Текст 3">
            <a:extLst>
              <a:ext uri="{FF2B5EF4-FFF2-40B4-BE49-F238E27FC236}">
                <a16:creationId xmlns:a16="http://schemas.microsoft.com/office/drawing/2014/main" id="{C8A15AA3-C085-FE4C-8DCA-172934B6BC95}"/>
              </a:ext>
            </a:extLst>
          </p:cNvPr>
          <p:cNvSpPr>
            <a:spLocks noGrp="1"/>
          </p:cNvSpPr>
          <p:nvPr>
            <p:ph type="body" sz="quarter" idx="21" hasCustomPrompt="1"/>
          </p:nvPr>
        </p:nvSpPr>
        <p:spPr>
          <a:xfrm>
            <a:off x="800856" y="1343025"/>
            <a:ext cx="5979176" cy="4209965"/>
          </a:xfrm>
          <a:prstGeom prst="rect">
            <a:avLst/>
          </a:prstGeom>
        </p:spPr>
        <p:txBody>
          <a:bodyPr/>
          <a:lstStyle>
            <a:lvl1pPr algn="l">
              <a:lnSpc>
                <a:spcPct val="120000"/>
              </a:lnSpc>
              <a:spcBef>
                <a:spcPts val="636"/>
              </a:spcBef>
              <a:defRPr lang="en-US" sz="1400" b="0" i="0" baseline="0" dirty="0">
                <a:solidFill>
                  <a:schemeClr val="tx2"/>
                </a:solidFill>
                <a:latin typeface="Segoe UI" panose="020B0502040204020203" pitchFamily="34" charset="0"/>
                <a:cs typeface="Segoe UI" panose="020B0502040204020203" pitchFamily="34" charset="0"/>
              </a:defRPr>
            </a:lvl1pPr>
          </a:lstStyle>
          <a:p>
            <a:pPr marL="0" lvl="0" indent="0">
              <a:lnSpc>
                <a:spcPct val="150000"/>
              </a:lnSpc>
              <a:buNone/>
            </a:pPr>
            <a:r>
              <a:rPr lang="en-US" dirty="0"/>
              <a:t>Example text</a:t>
            </a:r>
          </a:p>
        </p:txBody>
      </p:sp>
    </p:spTree>
    <p:extLst>
      <p:ext uri="{BB962C8B-B14F-4D97-AF65-F5344CB8AC3E}">
        <p14:creationId xmlns:p14="http://schemas.microsoft.com/office/powerpoint/2010/main" val="3084220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Right Top Photo">
    <p:spTree>
      <p:nvGrpSpPr>
        <p:cNvPr id="1" name=""/>
        <p:cNvGrpSpPr/>
        <p:nvPr/>
      </p:nvGrpSpPr>
      <p:grpSpPr>
        <a:xfrm>
          <a:off x="0" y="0"/>
          <a:ext cx="0" cy="0"/>
          <a:chOff x="0" y="0"/>
          <a:chExt cx="0" cy="0"/>
        </a:xfrm>
      </p:grpSpPr>
      <p:sp>
        <p:nvSpPr>
          <p:cNvPr id="21" name="Рисунок 20"/>
          <p:cNvSpPr>
            <a:spLocks noGrp="1"/>
          </p:cNvSpPr>
          <p:nvPr>
            <p:ph type="pic" sz="quarter" idx="32"/>
          </p:nvPr>
        </p:nvSpPr>
        <p:spPr>
          <a:xfrm>
            <a:off x="6780032" y="-6100"/>
            <a:ext cx="5411968" cy="5411695"/>
          </a:xfrm>
          <a:custGeom>
            <a:avLst/>
            <a:gdLst>
              <a:gd name="connsiteX0" fmla="*/ 0 w 8280919"/>
              <a:gd name="connsiteY0" fmla="*/ 0 h 8280920"/>
              <a:gd name="connsiteX1" fmla="*/ 3971555 w 8280919"/>
              <a:gd name="connsiteY1" fmla="*/ 0 h 8280920"/>
              <a:gd name="connsiteX2" fmla="*/ 4446315 w 8280919"/>
              <a:gd name="connsiteY2" fmla="*/ 1150382 h 8280920"/>
              <a:gd name="connsiteX3" fmla="*/ 7130537 w 8280919"/>
              <a:gd name="connsiteY3" fmla="*/ 3834606 h 8280920"/>
              <a:gd name="connsiteX4" fmla="*/ 8280919 w 8280919"/>
              <a:gd name="connsiteY4" fmla="*/ 4309365 h 8280920"/>
              <a:gd name="connsiteX5" fmla="*/ 8280919 w 8280919"/>
              <a:gd name="connsiteY5" fmla="*/ 8280920 h 8280920"/>
              <a:gd name="connsiteX6" fmla="*/ 5459747 w 8280919"/>
              <a:gd name="connsiteY6" fmla="*/ 7112278 h 8280920"/>
              <a:gd name="connsiteX7" fmla="*/ 1168642 w 8280919"/>
              <a:gd name="connsiteY7" fmla="*/ 2821174 h 8280920"/>
              <a:gd name="connsiteX8" fmla="*/ 0 w 8280919"/>
              <a:gd name="connsiteY8" fmla="*/ 0 h 8280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0919" h="8280920">
                <a:moveTo>
                  <a:pt x="0" y="0"/>
                </a:moveTo>
                <a:cubicBezTo>
                  <a:pt x="0" y="0"/>
                  <a:pt x="0" y="0"/>
                  <a:pt x="3971555" y="0"/>
                </a:cubicBezTo>
                <a:cubicBezTo>
                  <a:pt x="3971555" y="419981"/>
                  <a:pt x="4126765" y="830831"/>
                  <a:pt x="4446315" y="1150382"/>
                </a:cubicBezTo>
                <a:cubicBezTo>
                  <a:pt x="4446315" y="1150382"/>
                  <a:pt x="4446315" y="1150382"/>
                  <a:pt x="7130537" y="3834606"/>
                </a:cubicBezTo>
                <a:cubicBezTo>
                  <a:pt x="7450089" y="4154155"/>
                  <a:pt x="7860939" y="4309365"/>
                  <a:pt x="8280919" y="4309365"/>
                </a:cubicBezTo>
                <a:cubicBezTo>
                  <a:pt x="8280919" y="4309365"/>
                  <a:pt x="8280919" y="4309365"/>
                  <a:pt x="8280919" y="8280920"/>
                </a:cubicBezTo>
                <a:cubicBezTo>
                  <a:pt x="7258358" y="8280920"/>
                  <a:pt x="6244928" y="7888330"/>
                  <a:pt x="5459747" y="7112278"/>
                </a:cubicBezTo>
                <a:cubicBezTo>
                  <a:pt x="5459747" y="7112278"/>
                  <a:pt x="5459747" y="7112278"/>
                  <a:pt x="1168642" y="2821174"/>
                </a:cubicBezTo>
                <a:cubicBezTo>
                  <a:pt x="392590" y="2035994"/>
                  <a:pt x="0" y="1022562"/>
                  <a:pt x="0"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ru-RU" sz="400" dirty="0"/>
            </a:lvl1pPr>
          </a:lstStyle>
          <a:p>
            <a:pPr lvl="0" algn="ctr"/>
            <a:r>
              <a:rPr lang="en-US"/>
              <a:t>Click icon to add picture</a:t>
            </a:r>
            <a:endParaRPr lang="ru-RU"/>
          </a:p>
        </p:txBody>
      </p:sp>
      <p:sp>
        <p:nvSpPr>
          <p:cNvPr id="2" name="Заголовок 1">
            <a:extLst>
              <a:ext uri="{FF2B5EF4-FFF2-40B4-BE49-F238E27FC236}">
                <a16:creationId xmlns:a16="http://schemas.microsoft.com/office/drawing/2014/main" id="{E5A6934E-158C-2C0A-4568-C8F8ADDB6CE0}"/>
              </a:ext>
            </a:extLst>
          </p:cNvPr>
          <p:cNvSpPr>
            <a:spLocks noGrp="1"/>
          </p:cNvSpPr>
          <p:nvPr>
            <p:ph type="title" hasCustomPrompt="1"/>
          </p:nvPr>
        </p:nvSpPr>
        <p:spPr>
          <a:xfrm>
            <a:off x="800855" y="303614"/>
            <a:ext cx="4215165" cy="810812"/>
          </a:xfrm>
          <a:prstGeom prst="rect">
            <a:avLst/>
          </a:prstGeom>
        </p:spPr>
        <p:txBody>
          <a:bodyPr>
            <a:no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ru-RU" sz="4000" b="0" i="0" kern="1200" spc="0" baseline="0" dirty="0">
                <a:solidFill>
                  <a:schemeClr val="tx1"/>
                </a:solidFill>
                <a:latin typeface="Segoe UI" panose="020B0502040204020203" pitchFamily="34" charset="0"/>
                <a:cs typeface="Segoe UI" panose="020B0502040204020203" pitchFamily="34" charset="0"/>
              </a:defRPr>
            </a:lvl1pPr>
          </a:lstStyle>
          <a:p>
            <a:r>
              <a:rPr lang="en-US" dirty="0"/>
              <a:t>Insert Title</a:t>
            </a:r>
            <a:endParaRPr lang="ru-RU" dirty="0"/>
          </a:p>
        </p:txBody>
      </p:sp>
      <p:sp>
        <p:nvSpPr>
          <p:cNvPr id="3" name="Текст 3">
            <a:extLst>
              <a:ext uri="{FF2B5EF4-FFF2-40B4-BE49-F238E27FC236}">
                <a16:creationId xmlns:a16="http://schemas.microsoft.com/office/drawing/2014/main" id="{2BE02CE8-0EC3-A6E3-8608-FD20EBF0E76D}"/>
              </a:ext>
            </a:extLst>
          </p:cNvPr>
          <p:cNvSpPr>
            <a:spLocks noGrp="1"/>
          </p:cNvSpPr>
          <p:nvPr>
            <p:ph type="body" sz="quarter" idx="21" hasCustomPrompt="1"/>
          </p:nvPr>
        </p:nvSpPr>
        <p:spPr>
          <a:xfrm>
            <a:off x="800856" y="1343025"/>
            <a:ext cx="5979176" cy="4209965"/>
          </a:xfrm>
          <a:prstGeom prst="rect">
            <a:avLst/>
          </a:prstGeom>
        </p:spPr>
        <p:txBody>
          <a:bodyPr/>
          <a:lstStyle>
            <a:lvl1pPr algn="l">
              <a:lnSpc>
                <a:spcPct val="120000"/>
              </a:lnSpc>
              <a:spcBef>
                <a:spcPts val="636"/>
              </a:spcBef>
              <a:defRPr lang="en-US" sz="1400" b="0" i="0" baseline="0" dirty="0">
                <a:solidFill>
                  <a:schemeClr val="tx2"/>
                </a:solidFill>
                <a:latin typeface="Segoe UI" panose="020B0502040204020203" pitchFamily="34" charset="0"/>
                <a:cs typeface="Segoe UI" panose="020B0502040204020203" pitchFamily="34" charset="0"/>
              </a:defRPr>
            </a:lvl1pPr>
          </a:lstStyle>
          <a:p>
            <a:pPr marL="0" lvl="0" indent="0">
              <a:lnSpc>
                <a:spcPct val="150000"/>
              </a:lnSpc>
              <a:buNone/>
            </a:pPr>
            <a:r>
              <a:rPr lang="en-US" dirty="0"/>
              <a:t>Example text</a:t>
            </a:r>
          </a:p>
        </p:txBody>
      </p:sp>
    </p:spTree>
    <p:extLst>
      <p:ext uri="{BB962C8B-B14F-4D97-AF65-F5344CB8AC3E}">
        <p14:creationId xmlns:p14="http://schemas.microsoft.com/office/powerpoint/2010/main" val="109709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Left Bottom Photo">
    <p:spTree>
      <p:nvGrpSpPr>
        <p:cNvPr id="1" name=""/>
        <p:cNvGrpSpPr/>
        <p:nvPr/>
      </p:nvGrpSpPr>
      <p:grpSpPr>
        <a:xfrm>
          <a:off x="0" y="0"/>
          <a:ext cx="0" cy="0"/>
          <a:chOff x="0" y="0"/>
          <a:chExt cx="0" cy="0"/>
        </a:xfrm>
      </p:grpSpPr>
      <p:sp>
        <p:nvSpPr>
          <p:cNvPr id="4" name="Рисунок 3"/>
          <p:cNvSpPr>
            <a:spLocks noGrp="1"/>
          </p:cNvSpPr>
          <p:nvPr>
            <p:ph type="pic" sz="quarter" idx="35"/>
          </p:nvPr>
        </p:nvSpPr>
        <p:spPr>
          <a:xfrm rot="10800000" flipV="1">
            <a:off x="0" y="723152"/>
            <a:ext cx="5411968" cy="5411695"/>
          </a:xfrm>
          <a:custGeom>
            <a:avLst/>
            <a:gdLst>
              <a:gd name="connsiteX0" fmla="*/ 10824642 w 10824642"/>
              <a:gd name="connsiteY0" fmla="*/ 0 h 10824643"/>
              <a:gd name="connsiteX1" fmla="*/ 7136865 w 10824642"/>
              <a:gd name="connsiteY1" fmla="*/ 1527624 h 10824643"/>
              <a:gd name="connsiteX2" fmla="*/ 1527624 w 10824642"/>
              <a:gd name="connsiteY2" fmla="*/ 7136864 h 10824643"/>
              <a:gd name="connsiteX3" fmla="*/ 0 w 10824642"/>
              <a:gd name="connsiteY3" fmla="*/ 10824643 h 10824643"/>
              <a:gd name="connsiteX4" fmla="*/ 5191532 w 10824642"/>
              <a:gd name="connsiteY4" fmla="*/ 10824643 h 10824643"/>
              <a:gd name="connsiteX5" fmla="*/ 5812129 w 10824642"/>
              <a:gd name="connsiteY5" fmla="*/ 9320888 h 10824643"/>
              <a:gd name="connsiteX6" fmla="*/ 9320887 w 10824642"/>
              <a:gd name="connsiteY6" fmla="*/ 5812128 h 10824643"/>
              <a:gd name="connsiteX7" fmla="*/ 10824642 w 10824642"/>
              <a:gd name="connsiteY7" fmla="*/ 5191533 h 10824643"/>
              <a:gd name="connsiteX8" fmla="*/ 10824642 w 10824642"/>
              <a:gd name="connsiteY8" fmla="*/ 0 h 1082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24642" h="10824643">
                <a:moveTo>
                  <a:pt x="10824642" y="0"/>
                </a:moveTo>
                <a:cubicBezTo>
                  <a:pt x="9487972" y="0"/>
                  <a:pt x="8163237" y="513185"/>
                  <a:pt x="7136865" y="1527624"/>
                </a:cubicBezTo>
                <a:cubicBezTo>
                  <a:pt x="7136865" y="1527624"/>
                  <a:pt x="7136865" y="1527624"/>
                  <a:pt x="1527624" y="7136864"/>
                </a:cubicBezTo>
                <a:cubicBezTo>
                  <a:pt x="513185" y="8163235"/>
                  <a:pt x="0" y="9487972"/>
                  <a:pt x="0" y="10824643"/>
                </a:cubicBezTo>
                <a:cubicBezTo>
                  <a:pt x="0" y="10824643"/>
                  <a:pt x="0" y="10824643"/>
                  <a:pt x="5191532" y="10824643"/>
                </a:cubicBezTo>
                <a:cubicBezTo>
                  <a:pt x="5191532" y="10275653"/>
                  <a:pt x="5394420" y="9738598"/>
                  <a:pt x="5812129" y="9320888"/>
                </a:cubicBezTo>
                <a:cubicBezTo>
                  <a:pt x="5812129" y="9320888"/>
                  <a:pt x="5812129" y="9320888"/>
                  <a:pt x="9320887" y="5812128"/>
                </a:cubicBezTo>
                <a:cubicBezTo>
                  <a:pt x="9738599" y="5394420"/>
                  <a:pt x="10275653" y="5191533"/>
                  <a:pt x="10824642" y="5191533"/>
                </a:cubicBezTo>
                <a:cubicBezTo>
                  <a:pt x="10824642" y="5191533"/>
                  <a:pt x="10824642" y="5191533"/>
                  <a:pt x="10824642"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ru-RU" sz="400" dirty="0"/>
            </a:lvl1pPr>
          </a:lstStyle>
          <a:p>
            <a:pPr lvl="0" algn="ctr"/>
            <a:r>
              <a:rPr lang="en-US"/>
              <a:t>Click icon to add picture</a:t>
            </a:r>
            <a:endParaRPr lang="ru-RU"/>
          </a:p>
        </p:txBody>
      </p:sp>
      <p:sp>
        <p:nvSpPr>
          <p:cNvPr id="2" name="Заголовок 1">
            <a:extLst>
              <a:ext uri="{FF2B5EF4-FFF2-40B4-BE49-F238E27FC236}">
                <a16:creationId xmlns:a16="http://schemas.microsoft.com/office/drawing/2014/main" id="{31A8460C-6A7E-C611-3756-2D76B6E7ED49}"/>
              </a:ext>
            </a:extLst>
          </p:cNvPr>
          <p:cNvSpPr>
            <a:spLocks noGrp="1"/>
          </p:cNvSpPr>
          <p:nvPr>
            <p:ph type="title" hasCustomPrompt="1"/>
          </p:nvPr>
        </p:nvSpPr>
        <p:spPr>
          <a:xfrm>
            <a:off x="5411967" y="370289"/>
            <a:ext cx="4215165" cy="810812"/>
          </a:xfrm>
          <a:prstGeom prst="rect">
            <a:avLst/>
          </a:prstGeom>
        </p:spPr>
        <p:txBody>
          <a:bodyPr>
            <a:no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ru-RU" sz="4000" b="0" i="0" kern="1200" spc="0" baseline="0" dirty="0">
                <a:solidFill>
                  <a:schemeClr val="tx1"/>
                </a:solidFill>
                <a:latin typeface="Segoe UI" panose="020B0502040204020203" pitchFamily="34" charset="0"/>
                <a:cs typeface="Segoe UI" panose="020B0502040204020203" pitchFamily="34" charset="0"/>
              </a:defRPr>
            </a:lvl1pPr>
          </a:lstStyle>
          <a:p>
            <a:r>
              <a:rPr lang="en-US" dirty="0"/>
              <a:t>Insert Title</a:t>
            </a:r>
            <a:endParaRPr lang="ru-RU" dirty="0"/>
          </a:p>
        </p:txBody>
      </p:sp>
      <p:sp>
        <p:nvSpPr>
          <p:cNvPr id="3" name="Текст 3">
            <a:extLst>
              <a:ext uri="{FF2B5EF4-FFF2-40B4-BE49-F238E27FC236}">
                <a16:creationId xmlns:a16="http://schemas.microsoft.com/office/drawing/2014/main" id="{D1044BF1-042F-3B1B-DDD6-AFDCD8C53B20}"/>
              </a:ext>
            </a:extLst>
          </p:cNvPr>
          <p:cNvSpPr>
            <a:spLocks noGrp="1"/>
          </p:cNvSpPr>
          <p:nvPr>
            <p:ph type="body" sz="quarter" idx="21" hasCustomPrompt="1"/>
          </p:nvPr>
        </p:nvSpPr>
        <p:spPr>
          <a:xfrm>
            <a:off x="5411968" y="1409700"/>
            <a:ext cx="5979176" cy="4209965"/>
          </a:xfrm>
          <a:prstGeom prst="rect">
            <a:avLst/>
          </a:prstGeom>
        </p:spPr>
        <p:txBody>
          <a:bodyPr/>
          <a:lstStyle>
            <a:lvl1pPr algn="l">
              <a:lnSpc>
                <a:spcPct val="120000"/>
              </a:lnSpc>
              <a:spcBef>
                <a:spcPts val="636"/>
              </a:spcBef>
              <a:defRPr lang="en-US" sz="1400" b="0" i="0" baseline="0" dirty="0">
                <a:solidFill>
                  <a:schemeClr val="tx2"/>
                </a:solidFill>
                <a:latin typeface="Segoe UI" panose="020B0502040204020203" pitchFamily="34" charset="0"/>
                <a:cs typeface="Segoe UI" panose="020B0502040204020203" pitchFamily="34" charset="0"/>
              </a:defRPr>
            </a:lvl1pPr>
          </a:lstStyle>
          <a:p>
            <a:pPr marL="0" lvl="0" indent="0">
              <a:lnSpc>
                <a:spcPct val="150000"/>
              </a:lnSpc>
              <a:buNone/>
            </a:pPr>
            <a:r>
              <a:rPr lang="en-US" dirty="0"/>
              <a:t>Example text</a:t>
            </a:r>
          </a:p>
        </p:txBody>
      </p:sp>
    </p:spTree>
    <p:extLst>
      <p:ext uri="{BB962C8B-B14F-4D97-AF65-F5344CB8AC3E}">
        <p14:creationId xmlns:p14="http://schemas.microsoft.com/office/powerpoint/2010/main" val="3628517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Left Top Photo">
    <p:spTree>
      <p:nvGrpSpPr>
        <p:cNvPr id="1" name=""/>
        <p:cNvGrpSpPr/>
        <p:nvPr/>
      </p:nvGrpSpPr>
      <p:grpSpPr>
        <a:xfrm>
          <a:off x="0" y="0"/>
          <a:ext cx="0" cy="0"/>
          <a:chOff x="0" y="0"/>
          <a:chExt cx="0" cy="0"/>
        </a:xfrm>
      </p:grpSpPr>
      <p:sp>
        <p:nvSpPr>
          <p:cNvPr id="4" name="Рисунок 3"/>
          <p:cNvSpPr>
            <a:spLocks noGrp="1"/>
          </p:cNvSpPr>
          <p:nvPr>
            <p:ph type="pic" sz="quarter" idx="35"/>
          </p:nvPr>
        </p:nvSpPr>
        <p:spPr>
          <a:xfrm rot="10800000" flipV="1">
            <a:off x="0" y="-9895"/>
            <a:ext cx="5411969" cy="5411694"/>
          </a:xfrm>
          <a:custGeom>
            <a:avLst/>
            <a:gdLst>
              <a:gd name="connsiteX0" fmla="*/ 5191533 w 10824644"/>
              <a:gd name="connsiteY0" fmla="*/ 0 h 10824641"/>
              <a:gd name="connsiteX1" fmla="*/ 0 w 10824644"/>
              <a:gd name="connsiteY1" fmla="*/ 0 h 10824641"/>
              <a:gd name="connsiteX2" fmla="*/ 1527624 w 10824644"/>
              <a:gd name="connsiteY2" fmla="*/ 3687776 h 10824641"/>
              <a:gd name="connsiteX3" fmla="*/ 7136865 w 10824644"/>
              <a:gd name="connsiteY3" fmla="*/ 9297017 h 10824641"/>
              <a:gd name="connsiteX4" fmla="*/ 10824644 w 10824644"/>
              <a:gd name="connsiteY4" fmla="*/ 10824641 h 10824641"/>
              <a:gd name="connsiteX5" fmla="*/ 10824644 w 10824644"/>
              <a:gd name="connsiteY5" fmla="*/ 5633109 h 10824641"/>
              <a:gd name="connsiteX6" fmla="*/ 9320889 w 10824644"/>
              <a:gd name="connsiteY6" fmla="*/ 5012513 h 10824641"/>
              <a:gd name="connsiteX7" fmla="*/ 5812128 w 10824644"/>
              <a:gd name="connsiteY7" fmla="*/ 1503755 h 10824641"/>
              <a:gd name="connsiteX8" fmla="*/ 5191533 w 10824644"/>
              <a:gd name="connsiteY8" fmla="*/ 0 h 10824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24644" h="10824641">
                <a:moveTo>
                  <a:pt x="5191533" y="0"/>
                </a:moveTo>
                <a:cubicBezTo>
                  <a:pt x="5191533" y="0"/>
                  <a:pt x="5191533" y="0"/>
                  <a:pt x="0" y="0"/>
                </a:cubicBezTo>
                <a:cubicBezTo>
                  <a:pt x="0" y="1336670"/>
                  <a:pt x="513186" y="2661404"/>
                  <a:pt x="1527624" y="3687776"/>
                </a:cubicBezTo>
                <a:cubicBezTo>
                  <a:pt x="1527624" y="3687776"/>
                  <a:pt x="1527624" y="3687776"/>
                  <a:pt x="7136865" y="9297017"/>
                </a:cubicBezTo>
                <a:cubicBezTo>
                  <a:pt x="8163235" y="10311456"/>
                  <a:pt x="9487972" y="10824641"/>
                  <a:pt x="10824644" y="10824641"/>
                </a:cubicBezTo>
                <a:cubicBezTo>
                  <a:pt x="10824644" y="10824641"/>
                  <a:pt x="10824644" y="10824641"/>
                  <a:pt x="10824644" y="5633109"/>
                </a:cubicBezTo>
                <a:cubicBezTo>
                  <a:pt x="10275653" y="5633109"/>
                  <a:pt x="9738599" y="5430222"/>
                  <a:pt x="9320889" y="5012513"/>
                </a:cubicBezTo>
                <a:cubicBezTo>
                  <a:pt x="9320889" y="5012513"/>
                  <a:pt x="9320889" y="5012513"/>
                  <a:pt x="5812128" y="1503755"/>
                </a:cubicBezTo>
                <a:cubicBezTo>
                  <a:pt x="5394420" y="1086043"/>
                  <a:pt x="5191533" y="548989"/>
                  <a:pt x="5191533" y="0"/>
                </a:cubicBez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ru-RU" sz="400" dirty="0"/>
            </a:lvl1pPr>
          </a:lstStyle>
          <a:p>
            <a:pPr lvl="0" algn="ctr"/>
            <a:r>
              <a:rPr lang="en-US"/>
              <a:t>Click icon to add picture</a:t>
            </a:r>
            <a:endParaRPr lang="ru-RU"/>
          </a:p>
        </p:txBody>
      </p:sp>
      <p:sp>
        <p:nvSpPr>
          <p:cNvPr id="2" name="Заголовок 1">
            <a:extLst>
              <a:ext uri="{FF2B5EF4-FFF2-40B4-BE49-F238E27FC236}">
                <a16:creationId xmlns:a16="http://schemas.microsoft.com/office/drawing/2014/main" id="{F35AA254-562D-FF50-579E-739CE7AD35DC}"/>
              </a:ext>
            </a:extLst>
          </p:cNvPr>
          <p:cNvSpPr>
            <a:spLocks noGrp="1"/>
          </p:cNvSpPr>
          <p:nvPr>
            <p:ph type="title" hasCustomPrompt="1"/>
          </p:nvPr>
        </p:nvSpPr>
        <p:spPr>
          <a:xfrm>
            <a:off x="5411967" y="370289"/>
            <a:ext cx="4215165" cy="810812"/>
          </a:xfrm>
          <a:prstGeom prst="rect">
            <a:avLst/>
          </a:prstGeom>
        </p:spPr>
        <p:txBody>
          <a:bodyPr>
            <a:no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ru-RU" sz="4000" b="0" i="0" kern="1200" spc="0" baseline="0" dirty="0">
                <a:solidFill>
                  <a:schemeClr val="tx1"/>
                </a:solidFill>
                <a:latin typeface="Segoe UI" panose="020B0502040204020203" pitchFamily="34" charset="0"/>
                <a:cs typeface="Segoe UI" panose="020B0502040204020203" pitchFamily="34" charset="0"/>
              </a:defRPr>
            </a:lvl1pPr>
          </a:lstStyle>
          <a:p>
            <a:r>
              <a:rPr lang="en-US" dirty="0"/>
              <a:t>Insert Title</a:t>
            </a:r>
            <a:endParaRPr lang="ru-RU" dirty="0"/>
          </a:p>
        </p:txBody>
      </p:sp>
      <p:sp>
        <p:nvSpPr>
          <p:cNvPr id="3" name="Текст 3">
            <a:extLst>
              <a:ext uri="{FF2B5EF4-FFF2-40B4-BE49-F238E27FC236}">
                <a16:creationId xmlns:a16="http://schemas.microsoft.com/office/drawing/2014/main" id="{7257C2B2-4379-31E4-1A03-2039ACE3A480}"/>
              </a:ext>
            </a:extLst>
          </p:cNvPr>
          <p:cNvSpPr>
            <a:spLocks noGrp="1"/>
          </p:cNvSpPr>
          <p:nvPr>
            <p:ph type="body" sz="quarter" idx="21" hasCustomPrompt="1"/>
          </p:nvPr>
        </p:nvSpPr>
        <p:spPr>
          <a:xfrm>
            <a:off x="5411968" y="1409700"/>
            <a:ext cx="5979176" cy="4209965"/>
          </a:xfrm>
          <a:prstGeom prst="rect">
            <a:avLst/>
          </a:prstGeom>
        </p:spPr>
        <p:txBody>
          <a:bodyPr/>
          <a:lstStyle>
            <a:lvl1pPr algn="l">
              <a:lnSpc>
                <a:spcPct val="120000"/>
              </a:lnSpc>
              <a:spcBef>
                <a:spcPts val="636"/>
              </a:spcBef>
              <a:defRPr lang="en-US" sz="1400" b="0" i="0" baseline="0" dirty="0">
                <a:solidFill>
                  <a:schemeClr val="tx2"/>
                </a:solidFill>
                <a:latin typeface="Segoe UI" panose="020B0502040204020203" pitchFamily="34" charset="0"/>
                <a:cs typeface="Segoe UI" panose="020B0502040204020203" pitchFamily="34" charset="0"/>
              </a:defRPr>
            </a:lvl1pPr>
          </a:lstStyle>
          <a:p>
            <a:pPr marL="0" lvl="0" indent="0">
              <a:lnSpc>
                <a:spcPct val="150000"/>
              </a:lnSpc>
              <a:buNone/>
            </a:pPr>
            <a:r>
              <a:rPr lang="en-US" dirty="0"/>
              <a:t>Example text</a:t>
            </a:r>
          </a:p>
        </p:txBody>
      </p:sp>
    </p:spTree>
    <p:extLst>
      <p:ext uri="{BB962C8B-B14F-4D97-AF65-F5344CB8AC3E}">
        <p14:creationId xmlns:p14="http://schemas.microsoft.com/office/powerpoint/2010/main" val="28372906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estimonial On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E86687-FD8A-83FC-F45E-0022E0E67CB5}"/>
              </a:ext>
            </a:extLst>
          </p:cNvPr>
          <p:cNvSpPr/>
          <p:nvPr userDrawn="1"/>
        </p:nvSpPr>
        <p:spPr>
          <a:xfrm>
            <a:off x="6393291" y="4998675"/>
            <a:ext cx="4784018" cy="109299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351"/>
          </a:p>
        </p:txBody>
      </p:sp>
      <p:sp>
        <p:nvSpPr>
          <p:cNvPr id="6" name="Picture Placeholder 5">
            <a:extLst>
              <a:ext uri="{FF2B5EF4-FFF2-40B4-BE49-F238E27FC236}">
                <a16:creationId xmlns:a16="http://schemas.microsoft.com/office/drawing/2014/main" id="{F69D8D04-6D08-4706-9EEE-7820EA30E0FF}"/>
              </a:ext>
            </a:extLst>
          </p:cNvPr>
          <p:cNvSpPr>
            <a:spLocks noGrp="1"/>
          </p:cNvSpPr>
          <p:nvPr>
            <p:ph type="pic" sz="quarter" idx="32" hasCustomPrompt="1"/>
          </p:nvPr>
        </p:nvSpPr>
        <p:spPr>
          <a:xfrm>
            <a:off x="0" y="0"/>
            <a:ext cx="6096000" cy="6858000"/>
          </a:xfrm>
          <a:custGeom>
            <a:avLst/>
            <a:gdLst>
              <a:gd name="connsiteX0" fmla="*/ 0 w 6095999"/>
              <a:gd name="connsiteY0" fmla="*/ 0 h 6845299"/>
              <a:gd name="connsiteX1" fmla="*/ 6095999 w 6095999"/>
              <a:gd name="connsiteY1" fmla="*/ 0 h 6845299"/>
              <a:gd name="connsiteX2" fmla="*/ 6095999 w 6095999"/>
              <a:gd name="connsiteY2" fmla="*/ 6845299 h 6845299"/>
              <a:gd name="connsiteX3" fmla="*/ 0 w 6095999"/>
              <a:gd name="connsiteY3" fmla="*/ 6845299 h 6845299"/>
            </a:gdLst>
            <a:ahLst/>
            <a:cxnLst>
              <a:cxn ang="0">
                <a:pos x="connsiteX0" y="connsiteY0"/>
              </a:cxn>
              <a:cxn ang="0">
                <a:pos x="connsiteX1" y="connsiteY1"/>
              </a:cxn>
              <a:cxn ang="0">
                <a:pos x="connsiteX2" y="connsiteY2"/>
              </a:cxn>
              <a:cxn ang="0">
                <a:pos x="connsiteX3" y="connsiteY3"/>
              </a:cxn>
            </a:cxnLst>
            <a:rect l="l" t="t" r="r" b="b"/>
            <a:pathLst>
              <a:path w="6095999" h="6845299">
                <a:moveTo>
                  <a:pt x="0" y="0"/>
                </a:moveTo>
                <a:lnTo>
                  <a:pt x="6095999" y="0"/>
                </a:lnTo>
                <a:lnTo>
                  <a:pt x="6095999" y="6845299"/>
                </a:lnTo>
                <a:lnTo>
                  <a:pt x="0" y="6845299"/>
                </a:lnTo>
                <a:close/>
              </a:path>
            </a:pathLst>
          </a:custGeom>
          <a:solidFill>
            <a:schemeClr val="bg1">
              <a:lumMod val="95000"/>
            </a:schemeClr>
          </a:solidFill>
          <a:ln>
            <a:noFill/>
          </a:ln>
        </p:spPr>
        <p:txBody>
          <a:bodyPr wrap="square" bIns="457200" anchor="b">
            <a:noAutofit/>
          </a:bodyPr>
          <a:lstStyle>
            <a:lvl1pPr algn="ctr">
              <a:buNone/>
              <a:defRPr sz="1200">
                <a:solidFill>
                  <a:schemeClr val="tx1">
                    <a:lumMod val="50000"/>
                    <a:lumOff val="50000"/>
                  </a:schemeClr>
                </a:solidFill>
              </a:defRPr>
            </a:lvl1pPr>
          </a:lstStyle>
          <a:p>
            <a:r>
              <a:rPr lang="en-US"/>
              <a:t>Image Holder</a:t>
            </a:r>
          </a:p>
        </p:txBody>
      </p:sp>
      <p:sp>
        <p:nvSpPr>
          <p:cNvPr id="5" name="Picture Placeholder 4">
            <a:extLst>
              <a:ext uri="{FF2B5EF4-FFF2-40B4-BE49-F238E27FC236}">
                <a16:creationId xmlns:a16="http://schemas.microsoft.com/office/drawing/2014/main" id="{F69D8D04-6D08-4706-9EEE-7820EA30E0FF}"/>
              </a:ext>
            </a:extLst>
          </p:cNvPr>
          <p:cNvSpPr>
            <a:spLocks noGrp="1"/>
          </p:cNvSpPr>
          <p:nvPr>
            <p:ph type="pic" sz="quarter" idx="33" hasCustomPrompt="1"/>
          </p:nvPr>
        </p:nvSpPr>
        <p:spPr>
          <a:xfrm>
            <a:off x="5184305" y="4683972"/>
            <a:ext cx="1823389" cy="1754927"/>
          </a:xfrm>
          <a:custGeom>
            <a:avLst/>
            <a:gdLst>
              <a:gd name="connsiteX0" fmla="*/ 670662 w 1341324"/>
              <a:gd name="connsiteY0" fmla="*/ 0 h 1341322"/>
              <a:gd name="connsiteX1" fmla="*/ 1341324 w 1341324"/>
              <a:gd name="connsiteY1" fmla="*/ 670661 h 1341322"/>
              <a:gd name="connsiteX2" fmla="*/ 670662 w 1341324"/>
              <a:gd name="connsiteY2" fmla="*/ 1341322 h 1341322"/>
              <a:gd name="connsiteX3" fmla="*/ 0 w 1341324"/>
              <a:gd name="connsiteY3" fmla="*/ 670661 h 1341322"/>
              <a:gd name="connsiteX4" fmla="*/ 670662 w 1341324"/>
              <a:gd name="connsiteY4" fmla="*/ 0 h 1341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1324" h="1341322">
                <a:moveTo>
                  <a:pt x="670662" y="0"/>
                </a:moveTo>
                <a:cubicBezTo>
                  <a:pt x="1041058" y="0"/>
                  <a:pt x="1341324" y="300265"/>
                  <a:pt x="1341324" y="670661"/>
                </a:cubicBezTo>
                <a:cubicBezTo>
                  <a:pt x="1341324" y="1041057"/>
                  <a:pt x="1041058" y="1341322"/>
                  <a:pt x="670662" y="1341322"/>
                </a:cubicBezTo>
                <a:cubicBezTo>
                  <a:pt x="300266" y="1341322"/>
                  <a:pt x="0" y="1041057"/>
                  <a:pt x="0" y="670661"/>
                </a:cubicBezTo>
                <a:cubicBezTo>
                  <a:pt x="0" y="300265"/>
                  <a:pt x="300266" y="0"/>
                  <a:pt x="670662" y="0"/>
                </a:cubicBez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b">
            <a:noAutofit/>
          </a:bodyPr>
          <a:lstStyle>
            <a:lvl1pPr algn="ctr">
              <a:buNone/>
              <a:defRPr sz="1200">
                <a:solidFill>
                  <a:schemeClr val="tx1">
                    <a:lumMod val="50000"/>
                    <a:lumOff val="50000"/>
                  </a:schemeClr>
                </a:solidFill>
              </a:defRPr>
            </a:lvl1pPr>
          </a:lstStyle>
          <a:p>
            <a:r>
              <a:rPr lang="en-US"/>
              <a:t>Image Holder</a:t>
            </a:r>
          </a:p>
        </p:txBody>
      </p:sp>
      <p:pic>
        <p:nvPicPr>
          <p:cNvPr id="11" name="Graphic 10" descr="Open quotation mark outline">
            <a:extLst>
              <a:ext uri="{FF2B5EF4-FFF2-40B4-BE49-F238E27FC236}">
                <a16:creationId xmlns:a16="http://schemas.microsoft.com/office/drawing/2014/main" id="{954FC343-9549-2FB8-E968-21AEA7C1FD2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153215" y="2029743"/>
            <a:ext cx="914400" cy="914400"/>
          </a:xfrm>
          <a:prstGeom prst="rect">
            <a:avLst/>
          </a:prstGeom>
        </p:spPr>
      </p:pic>
      <p:pic>
        <p:nvPicPr>
          <p:cNvPr id="12" name="Graphic 11" descr="Open quotation mark outline">
            <a:extLst>
              <a:ext uri="{FF2B5EF4-FFF2-40B4-BE49-F238E27FC236}">
                <a16:creationId xmlns:a16="http://schemas.microsoft.com/office/drawing/2014/main" id="{6C8B960F-2082-7321-CD9A-A9C0B978A4C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11177309" y="4438864"/>
            <a:ext cx="914400" cy="914400"/>
          </a:xfrm>
          <a:prstGeom prst="rect">
            <a:avLst/>
          </a:prstGeom>
        </p:spPr>
      </p:pic>
      <p:sp>
        <p:nvSpPr>
          <p:cNvPr id="14" name="Picture Placeholder 5">
            <a:extLst>
              <a:ext uri="{FF2B5EF4-FFF2-40B4-BE49-F238E27FC236}">
                <a16:creationId xmlns:a16="http://schemas.microsoft.com/office/drawing/2014/main" id="{A5823DCE-E52B-63A1-6920-4B933D1E6092}"/>
              </a:ext>
            </a:extLst>
          </p:cNvPr>
          <p:cNvSpPr>
            <a:spLocks noGrp="1"/>
          </p:cNvSpPr>
          <p:nvPr>
            <p:ph type="pic" sz="quarter" idx="34" hasCustomPrompt="1"/>
          </p:nvPr>
        </p:nvSpPr>
        <p:spPr>
          <a:xfrm>
            <a:off x="7015168" y="306803"/>
            <a:ext cx="1898934" cy="853026"/>
          </a:xfrm>
          <a:custGeom>
            <a:avLst/>
            <a:gdLst>
              <a:gd name="connsiteX0" fmla="*/ 0 w 6095999"/>
              <a:gd name="connsiteY0" fmla="*/ 0 h 6845299"/>
              <a:gd name="connsiteX1" fmla="*/ 6095999 w 6095999"/>
              <a:gd name="connsiteY1" fmla="*/ 0 h 6845299"/>
              <a:gd name="connsiteX2" fmla="*/ 6095999 w 6095999"/>
              <a:gd name="connsiteY2" fmla="*/ 6845299 h 6845299"/>
              <a:gd name="connsiteX3" fmla="*/ 0 w 6095999"/>
              <a:gd name="connsiteY3" fmla="*/ 6845299 h 6845299"/>
            </a:gdLst>
            <a:ahLst/>
            <a:cxnLst>
              <a:cxn ang="0">
                <a:pos x="connsiteX0" y="connsiteY0"/>
              </a:cxn>
              <a:cxn ang="0">
                <a:pos x="connsiteX1" y="connsiteY1"/>
              </a:cxn>
              <a:cxn ang="0">
                <a:pos x="connsiteX2" y="connsiteY2"/>
              </a:cxn>
              <a:cxn ang="0">
                <a:pos x="connsiteX3" y="connsiteY3"/>
              </a:cxn>
            </a:cxnLst>
            <a:rect l="l" t="t" r="r" b="b"/>
            <a:pathLst>
              <a:path w="6095999" h="6845299">
                <a:moveTo>
                  <a:pt x="0" y="0"/>
                </a:moveTo>
                <a:lnTo>
                  <a:pt x="6095999" y="0"/>
                </a:lnTo>
                <a:lnTo>
                  <a:pt x="6095999" y="6845299"/>
                </a:lnTo>
                <a:lnTo>
                  <a:pt x="0" y="6845299"/>
                </a:lnTo>
                <a:close/>
              </a:path>
            </a:pathLst>
          </a:custGeom>
          <a:solidFill>
            <a:schemeClr val="bg1">
              <a:lumMod val="95000"/>
            </a:schemeClr>
          </a:solidFill>
          <a:ln>
            <a:noFill/>
          </a:ln>
        </p:spPr>
        <p:txBody>
          <a:bodyPr wrap="square" bIns="457200" anchor="b">
            <a:noAutofit/>
          </a:bodyPr>
          <a:lstStyle>
            <a:lvl1pPr algn="ctr">
              <a:buNone/>
              <a:defRPr sz="1200">
                <a:solidFill>
                  <a:schemeClr val="tx1">
                    <a:lumMod val="50000"/>
                    <a:lumOff val="50000"/>
                  </a:schemeClr>
                </a:solidFill>
              </a:defRPr>
            </a:lvl1pPr>
          </a:lstStyle>
          <a:p>
            <a:r>
              <a:rPr lang="en-US" dirty="0"/>
              <a:t>Insert customer logo</a:t>
            </a:r>
          </a:p>
        </p:txBody>
      </p:sp>
      <p:sp>
        <p:nvSpPr>
          <p:cNvPr id="15" name="Заголовок 1">
            <a:extLst>
              <a:ext uri="{FF2B5EF4-FFF2-40B4-BE49-F238E27FC236}">
                <a16:creationId xmlns:a16="http://schemas.microsoft.com/office/drawing/2014/main" id="{A241EC48-EDE2-9C7B-7B12-0035D66C2A5A}"/>
              </a:ext>
            </a:extLst>
          </p:cNvPr>
          <p:cNvSpPr>
            <a:spLocks noGrp="1"/>
          </p:cNvSpPr>
          <p:nvPr>
            <p:ph type="title" hasCustomPrompt="1"/>
          </p:nvPr>
        </p:nvSpPr>
        <p:spPr>
          <a:xfrm>
            <a:off x="7007694" y="1218931"/>
            <a:ext cx="4425382" cy="853026"/>
          </a:xfrm>
          <a:prstGeom prst="rect">
            <a:avLst/>
          </a:prstGeom>
        </p:spPr>
        <p:txBody>
          <a:bodyPr>
            <a:no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ru-RU" sz="2400" b="1" kern="1200" dirty="0">
                <a:solidFill>
                  <a:schemeClr val="tx1"/>
                </a:solidFill>
                <a:latin typeface="Segoe UI" panose="020B0502040204020203" pitchFamily="34" charset="0"/>
                <a:ea typeface="+mj-ea"/>
                <a:cs typeface="Segoe UI" panose="020B0502040204020203" pitchFamily="34" charset="0"/>
              </a:defRPr>
            </a:lvl1pPr>
          </a:lstStyle>
          <a:p>
            <a:r>
              <a:rPr lang="en-US" dirty="0"/>
              <a:t>Insert Title</a:t>
            </a:r>
            <a:endParaRPr lang="ru-RU" dirty="0"/>
          </a:p>
        </p:txBody>
      </p:sp>
      <p:sp>
        <p:nvSpPr>
          <p:cNvPr id="16" name="Текст 3">
            <a:extLst>
              <a:ext uri="{FF2B5EF4-FFF2-40B4-BE49-F238E27FC236}">
                <a16:creationId xmlns:a16="http://schemas.microsoft.com/office/drawing/2014/main" id="{1FB309C2-2682-80D8-072F-9F69C8FCDABD}"/>
              </a:ext>
            </a:extLst>
          </p:cNvPr>
          <p:cNvSpPr>
            <a:spLocks noGrp="1"/>
          </p:cNvSpPr>
          <p:nvPr>
            <p:ph type="body" sz="quarter" idx="21" hasCustomPrompt="1"/>
          </p:nvPr>
        </p:nvSpPr>
        <p:spPr>
          <a:xfrm>
            <a:off x="7007694" y="2187988"/>
            <a:ext cx="4425382" cy="2549831"/>
          </a:xfrm>
          <a:prstGeom prst="rect">
            <a:avLst/>
          </a:prstGeom>
        </p:spPr>
        <p:txBody>
          <a:bodyPr>
            <a:normAutofit/>
          </a:bodyPr>
          <a:lstStyle>
            <a:lvl1pPr algn="l">
              <a:lnSpc>
                <a:spcPct val="120000"/>
              </a:lnSpc>
              <a:spcBef>
                <a:spcPts val="636"/>
              </a:spcBef>
              <a:defRPr lang="en-US" sz="1600" b="0" i="0" baseline="0" dirty="0">
                <a:solidFill>
                  <a:schemeClr val="tx2"/>
                </a:solidFill>
                <a:latin typeface="Segoe UI" panose="020B0502040204020203" pitchFamily="34" charset="0"/>
                <a:cs typeface="Segoe UI" panose="020B0502040204020203" pitchFamily="34" charset="0"/>
              </a:defRPr>
            </a:lvl1pPr>
          </a:lstStyle>
          <a:p>
            <a:pPr marL="0" lvl="0" indent="0">
              <a:lnSpc>
                <a:spcPct val="150000"/>
              </a:lnSpc>
              <a:buNone/>
            </a:pPr>
            <a:r>
              <a:rPr lang="en-US" dirty="0"/>
              <a:t>Insert Testimonial</a:t>
            </a:r>
          </a:p>
        </p:txBody>
      </p:sp>
      <p:sp>
        <p:nvSpPr>
          <p:cNvPr id="4" name="Текст 3">
            <a:extLst>
              <a:ext uri="{FF2B5EF4-FFF2-40B4-BE49-F238E27FC236}">
                <a16:creationId xmlns:a16="http://schemas.microsoft.com/office/drawing/2014/main" id="{27D871CA-1B4F-0220-9BF3-7C1358FAE429}"/>
              </a:ext>
            </a:extLst>
          </p:cNvPr>
          <p:cNvSpPr>
            <a:spLocks noGrp="1"/>
          </p:cNvSpPr>
          <p:nvPr>
            <p:ph type="body" sz="quarter" idx="35" hasCustomPrompt="1"/>
          </p:nvPr>
        </p:nvSpPr>
        <p:spPr>
          <a:xfrm>
            <a:off x="7236404" y="5040008"/>
            <a:ext cx="3940905" cy="521427"/>
          </a:xfrm>
          <a:prstGeom prst="rect">
            <a:avLst/>
          </a:prstGeom>
        </p:spPr>
        <p:txBody>
          <a:bodyPr>
            <a:norm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en-US" sz="2400" b="1" kern="1200" dirty="0">
                <a:solidFill>
                  <a:schemeClr val="bg1"/>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Insert Customer Name</a:t>
            </a:r>
          </a:p>
        </p:txBody>
      </p:sp>
      <p:sp>
        <p:nvSpPr>
          <p:cNvPr id="9" name="Текст 3">
            <a:extLst>
              <a:ext uri="{FF2B5EF4-FFF2-40B4-BE49-F238E27FC236}">
                <a16:creationId xmlns:a16="http://schemas.microsoft.com/office/drawing/2014/main" id="{3B78866C-E69F-E8FB-35B5-E59F6F879405}"/>
              </a:ext>
            </a:extLst>
          </p:cNvPr>
          <p:cNvSpPr>
            <a:spLocks noGrp="1"/>
          </p:cNvSpPr>
          <p:nvPr>
            <p:ph type="body" sz="quarter" idx="36" hasCustomPrompt="1"/>
          </p:nvPr>
        </p:nvSpPr>
        <p:spPr>
          <a:xfrm>
            <a:off x="7240407" y="5561435"/>
            <a:ext cx="3940905" cy="521427"/>
          </a:xfrm>
          <a:prstGeom prst="rect">
            <a:avLst/>
          </a:prstGeom>
        </p:spPr>
        <p:txBody>
          <a:bodyPr>
            <a:norm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en-US" sz="1600" kern="1200" dirty="0">
                <a:solidFill>
                  <a:srgbClr val="E5F2F3"/>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Position, Company</a:t>
            </a:r>
          </a:p>
        </p:txBody>
      </p:sp>
    </p:spTree>
    <p:extLst>
      <p:ext uri="{BB962C8B-B14F-4D97-AF65-F5344CB8AC3E}">
        <p14:creationId xmlns:p14="http://schemas.microsoft.com/office/powerpoint/2010/main" val="1370035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estimonial On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E86687-FD8A-83FC-F45E-0022E0E67CB5}"/>
              </a:ext>
            </a:extLst>
          </p:cNvPr>
          <p:cNvSpPr/>
          <p:nvPr userDrawn="1"/>
        </p:nvSpPr>
        <p:spPr>
          <a:xfrm>
            <a:off x="850059" y="4912950"/>
            <a:ext cx="5036232" cy="10929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sz="1351"/>
          </a:p>
        </p:txBody>
      </p:sp>
      <p:sp>
        <p:nvSpPr>
          <p:cNvPr id="6" name="Picture Placeholder 5">
            <a:extLst>
              <a:ext uri="{FF2B5EF4-FFF2-40B4-BE49-F238E27FC236}">
                <a16:creationId xmlns:a16="http://schemas.microsoft.com/office/drawing/2014/main" id="{F69D8D04-6D08-4706-9EEE-7820EA30E0FF}"/>
              </a:ext>
            </a:extLst>
          </p:cNvPr>
          <p:cNvSpPr>
            <a:spLocks noGrp="1"/>
          </p:cNvSpPr>
          <p:nvPr>
            <p:ph type="pic" sz="quarter" idx="32" hasCustomPrompt="1"/>
          </p:nvPr>
        </p:nvSpPr>
        <p:spPr>
          <a:xfrm>
            <a:off x="6095999" y="0"/>
            <a:ext cx="6096000" cy="6858000"/>
          </a:xfrm>
          <a:custGeom>
            <a:avLst/>
            <a:gdLst>
              <a:gd name="connsiteX0" fmla="*/ 0 w 6095999"/>
              <a:gd name="connsiteY0" fmla="*/ 0 h 6845299"/>
              <a:gd name="connsiteX1" fmla="*/ 6095999 w 6095999"/>
              <a:gd name="connsiteY1" fmla="*/ 0 h 6845299"/>
              <a:gd name="connsiteX2" fmla="*/ 6095999 w 6095999"/>
              <a:gd name="connsiteY2" fmla="*/ 6845299 h 6845299"/>
              <a:gd name="connsiteX3" fmla="*/ 0 w 6095999"/>
              <a:gd name="connsiteY3" fmla="*/ 6845299 h 6845299"/>
            </a:gdLst>
            <a:ahLst/>
            <a:cxnLst>
              <a:cxn ang="0">
                <a:pos x="connsiteX0" y="connsiteY0"/>
              </a:cxn>
              <a:cxn ang="0">
                <a:pos x="connsiteX1" y="connsiteY1"/>
              </a:cxn>
              <a:cxn ang="0">
                <a:pos x="connsiteX2" y="connsiteY2"/>
              </a:cxn>
              <a:cxn ang="0">
                <a:pos x="connsiteX3" y="connsiteY3"/>
              </a:cxn>
            </a:cxnLst>
            <a:rect l="l" t="t" r="r" b="b"/>
            <a:pathLst>
              <a:path w="6095999" h="6845299">
                <a:moveTo>
                  <a:pt x="0" y="0"/>
                </a:moveTo>
                <a:lnTo>
                  <a:pt x="6095999" y="0"/>
                </a:lnTo>
                <a:lnTo>
                  <a:pt x="6095999" y="6845299"/>
                </a:lnTo>
                <a:lnTo>
                  <a:pt x="0" y="6845299"/>
                </a:lnTo>
                <a:close/>
              </a:path>
            </a:pathLst>
          </a:custGeom>
          <a:solidFill>
            <a:schemeClr val="bg1">
              <a:lumMod val="95000"/>
            </a:schemeClr>
          </a:solidFill>
          <a:ln>
            <a:noFill/>
          </a:ln>
        </p:spPr>
        <p:txBody>
          <a:bodyPr wrap="square" bIns="457200" anchor="b">
            <a:noAutofit/>
          </a:bodyPr>
          <a:lstStyle>
            <a:lvl1pPr algn="ctr">
              <a:buNone/>
              <a:defRPr sz="1200">
                <a:solidFill>
                  <a:schemeClr val="tx1">
                    <a:lumMod val="50000"/>
                    <a:lumOff val="50000"/>
                  </a:schemeClr>
                </a:solidFill>
              </a:defRPr>
            </a:lvl1pPr>
          </a:lstStyle>
          <a:p>
            <a:r>
              <a:rPr lang="en-US"/>
              <a:t>Image Holder</a:t>
            </a:r>
          </a:p>
        </p:txBody>
      </p:sp>
      <p:sp>
        <p:nvSpPr>
          <p:cNvPr id="5" name="Picture Placeholder 4">
            <a:extLst>
              <a:ext uri="{FF2B5EF4-FFF2-40B4-BE49-F238E27FC236}">
                <a16:creationId xmlns:a16="http://schemas.microsoft.com/office/drawing/2014/main" id="{F69D8D04-6D08-4706-9EEE-7820EA30E0FF}"/>
              </a:ext>
            </a:extLst>
          </p:cNvPr>
          <p:cNvSpPr>
            <a:spLocks noGrp="1"/>
          </p:cNvSpPr>
          <p:nvPr>
            <p:ph type="pic" sz="quarter" idx="33" hasCustomPrompt="1"/>
          </p:nvPr>
        </p:nvSpPr>
        <p:spPr>
          <a:xfrm>
            <a:off x="5184305" y="4683972"/>
            <a:ext cx="1823389" cy="1754927"/>
          </a:xfrm>
          <a:custGeom>
            <a:avLst/>
            <a:gdLst>
              <a:gd name="connsiteX0" fmla="*/ 670662 w 1341324"/>
              <a:gd name="connsiteY0" fmla="*/ 0 h 1341322"/>
              <a:gd name="connsiteX1" fmla="*/ 1341324 w 1341324"/>
              <a:gd name="connsiteY1" fmla="*/ 670661 h 1341322"/>
              <a:gd name="connsiteX2" fmla="*/ 670662 w 1341324"/>
              <a:gd name="connsiteY2" fmla="*/ 1341322 h 1341322"/>
              <a:gd name="connsiteX3" fmla="*/ 0 w 1341324"/>
              <a:gd name="connsiteY3" fmla="*/ 670661 h 1341322"/>
              <a:gd name="connsiteX4" fmla="*/ 670662 w 1341324"/>
              <a:gd name="connsiteY4" fmla="*/ 0 h 1341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1324" h="1341322">
                <a:moveTo>
                  <a:pt x="670662" y="0"/>
                </a:moveTo>
                <a:cubicBezTo>
                  <a:pt x="1041058" y="0"/>
                  <a:pt x="1341324" y="300265"/>
                  <a:pt x="1341324" y="670661"/>
                </a:cubicBezTo>
                <a:cubicBezTo>
                  <a:pt x="1341324" y="1041057"/>
                  <a:pt x="1041058" y="1341322"/>
                  <a:pt x="670662" y="1341322"/>
                </a:cubicBezTo>
                <a:cubicBezTo>
                  <a:pt x="300266" y="1341322"/>
                  <a:pt x="0" y="1041057"/>
                  <a:pt x="0" y="670661"/>
                </a:cubicBezTo>
                <a:cubicBezTo>
                  <a:pt x="0" y="300265"/>
                  <a:pt x="300266" y="0"/>
                  <a:pt x="670662" y="0"/>
                </a:cubicBez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wrap="square" bIns="457200" anchor="b">
            <a:noAutofit/>
          </a:bodyPr>
          <a:lstStyle>
            <a:lvl1pPr algn="ctr">
              <a:buNone/>
              <a:defRPr sz="1200">
                <a:solidFill>
                  <a:schemeClr val="tx1">
                    <a:lumMod val="50000"/>
                    <a:lumOff val="50000"/>
                  </a:schemeClr>
                </a:solidFill>
              </a:defRPr>
            </a:lvl1pPr>
          </a:lstStyle>
          <a:p>
            <a:r>
              <a:rPr lang="en-US"/>
              <a:t>Image Holder</a:t>
            </a:r>
          </a:p>
        </p:txBody>
      </p:sp>
      <p:pic>
        <p:nvPicPr>
          <p:cNvPr id="11" name="Graphic 10" descr="Open quotation mark outline">
            <a:extLst>
              <a:ext uri="{FF2B5EF4-FFF2-40B4-BE49-F238E27FC236}">
                <a16:creationId xmlns:a16="http://schemas.microsoft.com/office/drawing/2014/main" id="{954FC343-9549-2FB8-E968-21AEA7C1FD2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20" y="1995839"/>
            <a:ext cx="914400" cy="914400"/>
          </a:xfrm>
          <a:prstGeom prst="rect">
            <a:avLst/>
          </a:prstGeom>
        </p:spPr>
      </p:pic>
      <p:pic>
        <p:nvPicPr>
          <p:cNvPr id="12" name="Graphic 11" descr="Open quotation mark outline">
            <a:extLst>
              <a:ext uri="{FF2B5EF4-FFF2-40B4-BE49-F238E27FC236}">
                <a16:creationId xmlns:a16="http://schemas.microsoft.com/office/drawing/2014/main" id="{6C8B960F-2082-7321-CD9A-A9C0B978A4C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5076665" y="3905546"/>
            <a:ext cx="914400" cy="914400"/>
          </a:xfrm>
          <a:prstGeom prst="rect">
            <a:avLst/>
          </a:prstGeom>
        </p:spPr>
      </p:pic>
      <p:sp>
        <p:nvSpPr>
          <p:cNvPr id="14" name="Picture Placeholder 5">
            <a:extLst>
              <a:ext uri="{FF2B5EF4-FFF2-40B4-BE49-F238E27FC236}">
                <a16:creationId xmlns:a16="http://schemas.microsoft.com/office/drawing/2014/main" id="{A5823DCE-E52B-63A1-6920-4B933D1E6092}"/>
              </a:ext>
            </a:extLst>
          </p:cNvPr>
          <p:cNvSpPr>
            <a:spLocks noGrp="1"/>
          </p:cNvSpPr>
          <p:nvPr>
            <p:ph type="pic" sz="quarter" idx="34" hasCustomPrompt="1"/>
          </p:nvPr>
        </p:nvSpPr>
        <p:spPr>
          <a:xfrm>
            <a:off x="857533" y="272899"/>
            <a:ext cx="1898934" cy="853026"/>
          </a:xfrm>
          <a:custGeom>
            <a:avLst/>
            <a:gdLst>
              <a:gd name="connsiteX0" fmla="*/ 0 w 6095999"/>
              <a:gd name="connsiteY0" fmla="*/ 0 h 6845299"/>
              <a:gd name="connsiteX1" fmla="*/ 6095999 w 6095999"/>
              <a:gd name="connsiteY1" fmla="*/ 0 h 6845299"/>
              <a:gd name="connsiteX2" fmla="*/ 6095999 w 6095999"/>
              <a:gd name="connsiteY2" fmla="*/ 6845299 h 6845299"/>
              <a:gd name="connsiteX3" fmla="*/ 0 w 6095999"/>
              <a:gd name="connsiteY3" fmla="*/ 6845299 h 6845299"/>
            </a:gdLst>
            <a:ahLst/>
            <a:cxnLst>
              <a:cxn ang="0">
                <a:pos x="connsiteX0" y="connsiteY0"/>
              </a:cxn>
              <a:cxn ang="0">
                <a:pos x="connsiteX1" y="connsiteY1"/>
              </a:cxn>
              <a:cxn ang="0">
                <a:pos x="connsiteX2" y="connsiteY2"/>
              </a:cxn>
              <a:cxn ang="0">
                <a:pos x="connsiteX3" y="connsiteY3"/>
              </a:cxn>
            </a:cxnLst>
            <a:rect l="l" t="t" r="r" b="b"/>
            <a:pathLst>
              <a:path w="6095999" h="6845299">
                <a:moveTo>
                  <a:pt x="0" y="0"/>
                </a:moveTo>
                <a:lnTo>
                  <a:pt x="6095999" y="0"/>
                </a:lnTo>
                <a:lnTo>
                  <a:pt x="6095999" y="6845299"/>
                </a:lnTo>
                <a:lnTo>
                  <a:pt x="0" y="6845299"/>
                </a:lnTo>
                <a:close/>
              </a:path>
            </a:pathLst>
          </a:custGeom>
          <a:solidFill>
            <a:schemeClr val="bg1">
              <a:lumMod val="95000"/>
            </a:schemeClr>
          </a:solidFill>
          <a:ln>
            <a:noFill/>
          </a:ln>
        </p:spPr>
        <p:txBody>
          <a:bodyPr wrap="square" bIns="457200" anchor="b">
            <a:noAutofit/>
          </a:bodyPr>
          <a:lstStyle>
            <a:lvl1pPr algn="ctr">
              <a:buNone/>
              <a:defRPr sz="1200">
                <a:solidFill>
                  <a:schemeClr val="tx1">
                    <a:lumMod val="50000"/>
                    <a:lumOff val="50000"/>
                  </a:schemeClr>
                </a:solidFill>
              </a:defRPr>
            </a:lvl1pPr>
          </a:lstStyle>
          <a:p>
            <a:r>
              <a:rPr lang="en-US" dirty="0"/>
              <a:t>Insert customer logo</a:t>
            </a:r>
          </a:p>
        </p:txBody>
      </p:sp>
      <p:sp>
        <p:nvSpPr>
          <p:cNvPr id="15" name="Заголовок 1">
            <a:extLst>
              <a:ext uri="{FF2B5EF4-FFF2-40B4-BE49-F238E27FC236}">
                <a16:creationId xmlns:a16="http://schemas.microsoft.com/office/drawing/2014/main" id="{A241EC48-EDE2-9C7B-7B12-0035D66C2A5A}"/>
              </a:ext>
            </a:extLst>
          </p:cNvPr>
          <p:cNvSpPr>
            <a:spLocks noGrp="1"/>
          </p:cNvSpPr>
          <p:nvPr>
            <p:ph type="title" hasCustomPrompt="1"/>
          </p:nvPr>
        </p:nvSpPr>
        <p:spPr>
          <a:xfrm>
            <a:off x="850059" y="1185027"/>
            <a:ext cx="4425382" cy="853026"/>
          </a:xfrm>
          <a:prstGeom prst="rect">
            <a:avLst/>
          </a:prstGeom>
        </p:spPr>
        <p:txBody>
          <a:bodyPr>
            <a:no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ru-RU" sz="2400" b="1" kern="1200" dirty="0">
                <a:solidFill>
                  <a:schemeClr val="tx1"/>
                </a:solidFill>
                <a:latin typeface="Segoe UI" panose="020B0502040204020203" pitchFamily="34" charset="0"/>
                <a:ea typeface="+mj-ea"/>
                <a:cs typeface="Segoe UI" panose="020B0502040204020203" pitchFamily="34" charset="0"/>
              </a:defRPr>
            </a:lvl1pPr>
          </a:lstStyle>
          <a:p>
            <a:r>
              <a:rPr lang="en-US" dirty="0"/>
              <a:t>Insert Title</a:t>
            </a:r>
            <a:endParaRPr lang="ru-RU" dirty="0"/>
          </a:p>
        </p:txBody>
      </p:sp>
      <p:sp>
        <p:nvSpPr>
          <p:cNvPr id="16" name="Текст 3">
            <a:extLst>
              <a:ext uri="{FF2B5EF4-FFF2-40B4-BE49-F238E27FC236}">
                <a16:creationId xmlns:a16="http://schemas.microsoft.com/office/drawing/2014/main" id="{1FB309C2-2682-80D8-072F-9F69C8FCDABD}"/>
              </a:ext>
            </a:extLst>
          </p:cNvPr>
          <p:cNvSpPr>
            <a:spLocks noGrp="1"/>
          </p:cNvSpPr>
          <p:nvPr>
            <p:ph type="body" sz="quarter" idx="21" hasCustomPrompt="1"/>
          </p:nvPr>
        </p:nvSpPr>
        <p:spPr>
          <a:xfrm>
            <a:off x="850059" y="2154084"/>
            <a:ext cx="4425382" cy="2549831"/>
          </a:xfrm>
          <a:prstGeom prst="rect">
            <a:avLst/>
          </a:prstGeom>
        </p:spPr>
        <p:txBody>
          <a:bodyPr>
            <a:normAutofit/>
          </a:bodyPr>
          <a:lstStyle>
            <a:lvl1pPr algn="l">
              <a:lnSpc>
                <a:spcPct val="120000"/>
              </a:lnSpc>
              <a:spcBef>
                <a:spcPts val="636"/>
              </a:spcBef>
              <a:defRPr lang="en-US" sz="1600" b="0" i="0" baseline="0" dirty="0">
                <a:solidFill>
                  <a:schemeClr val="tx2"/>
                </a:solidFill>
                <a:latin typeface="Segoe UI" panose="020B0502040204020203" pitchFamily="34" charset="0"/>
                <a:cs typeface="Segoe UI" panose="020B0502040204020203" pitchFamily="34" charset="0"/>
              </a:defRPr>
            </a:lvl1pPr>
          </a:lstStyle>
          <a:p>
            <a:pPr marL="0" lvl="0" indent="0">
              <a:lnSpc>
                <a:spcPct val="150000"/>
              </a:lnSpc>
              <a:buNone/>
            </a:pPr>
            <a:r>
              <a:rPr lang="en-US" dirty="0"/>
              <a:t>Insert Testimonial</a:t>
            </a:r>
          </a:p>
        </p:txBody>
      </p:sp>
      <p:sp>
        <p:nvSpPr>
          <p:cNvPr id="3" name="Текст 3">
            <a:extLst>
              <a:ext uri="{FF2B5EF4-FFF2-40B4-BE49-F238E27FC236}">
                <a16:creationId xmlns:a16="http://schemas.microsoft.com/office/drawing/2014/main" id="{4DB6FD2A-A851-2BE3-9F12-7D132C5E1541}"/>
              </a:ext>
            </a:extLst>
          </p:cNvPr>
          <p:cNvSpPr>
            <a:spLocks noGrp="1"/>
          </p:cNvSpPr>
          <p:nvPr>
            <p:ph type="body" sz="quarter" idx="35" hasCustomPrompt="1"/>
          </p:nvPr>
        </p:nvSpPr>
        <p:spPr>
          <a:xfrm>
            <a:off x="1029689" y="4912950"/>
            <a:ext cx="3940905" cy="521427"/>
          </a:xfrm>
          <a:prstGeom prst="rect">
            <a:avLst/>
          </a:prstGeom>
        </p:spPr>
        <p:txBody>
          <a:bodyPr>
            <a:norm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en-US" sz="2400" b="1" kern="1200" dirty="0">
                <a:solidFill>
                  <a:schemeClr val="bg1"/>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Insert Customer Name</a:t>
            </a:r>
          </a:p>
        </p:txBody>
      </p:sp>
      <p:sp>
        <p:nvSpPr>
          <p:cNvPr id="4" name="Текст 3">
            <a:extLst>
              <a:ext uri="{FF2B5EF4-FFF2-40B4-BE49-F238E27FC236}">
                <a16:creationId xmlns:a16="http://schemas.microsoft.com/office/drawing/2014/main" id="{506A4FD4-DCB5-A482-83D6-E02AD0829E3D}"/>
              </a:ext>
            </a:extLst>
          </p:cNvPr>
          <p:cNvSpPr>
            <a:spLocks noGrp="1"/>
          </p:cNvSpPr>
          <p:nvPr>
            <p:ph type="body" sz="quarter" idx="36" hasCustomPrompt="1"/>
          </p:nvPr>
        </p:nvSpPr>
        <p:spPr>
          <a:xfrm>
            <a:off x="1033692" y="5434377"/>
            <a:ext cx="3940905" cy="521427"/>
          </a:xfrm>
          <a:prstGeom prst="rect">
            <a:avLst/>
          </a:prstGeom>
        </p:spPr>
        <p:txBody>
          <a:bodyPr>
            <a:normAutofit/>
          </a:bodyPr>
          <a:lstStyle>
            <a:lvl1pPr marL="0" marR="0" indent="0" algn="l" defTabSz="1219079" rtl="0" eaLnBrk="1" fontAlgn="auto" latinLnBrk="0" hangingPunct="1">
              <a:lnSpc>
                <a:spcPct val="100000"/>
              </a:lnSpc>
              <a:spcBef>
                <a:spcPct val="0"/>
              </a:spcBef>
              <a:spcAft>
                <a:spcPts val="0"/>
              </a:spcAft>
              <a:buClrTx/>
              <a:buSzTx/>
              <a:buFontTx/>
              <a:buNone/>
              <a:tabLst>
                <a:tab pos="1820589" algn="l"/>
              </a:tabLst>
              <a:defRPr lang="en-US" sz="1600" kern="1200" dirty="0">
                <a:solidFill>
                  <a:srgbClr val="E5F2F3"/>
                </a:solidFill>
                <a:latin typeface="Segoe UI" panose="020B0502040204020203" pitchFamily="34" charset="0"/>
                <a:ea typeface="+mn-ea"/>
                <a:cs typeface="Segoe UI" panose="020B0502040204020203" pitchFamily="34" charset="0"/>
              </a:defRPr>
            </a:lvl1pPr>
          </a:lstStyle>
          <a:p>
            <a:pPr marL="0" lvl="0" indent="0">
              <a:lnSpc>
                <a:spcPct val="150000"/>
              </a:lnSpc>
              <a:buNone/>
            </a:pPr>
            <a:r>
              <a:rPr lang="en-US" dirty="0"/>
              <a:t>Position, Company</a:t>
            </a:r>
          </a:p>
        </p:txBody>
      </p:sp>
    </p:spTree>
    <p:extLst>
      <p:ext uri="{BB962C8B-B14F-4D97-AF65-F5344CB8AC3E}">
        <p14:creationId xmlns:p14="http://schemas.microsoft.com/office/powerpoint/2010/main" val="33927008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93422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mparison">
    <p:spTree>
      <p:nvGrpSpPr>
        <p:cNvPr id="1" name=""/>
        <p:cNvGrpSpPr/>
        <p:nvPr/>
      </p:nvGrpSpPr>
      <p:grpSpPr>
        <a:xfrm>
          <a:off x="0" y="0"/>
          <a:ext cx="0" cy="0"/>
          <a:chOff x="0" y="0"/>
          <a:chExt cx="0" cy="0"/>
        </a:xfrm>
      </p:grpSpPr>
      <p:sp>
        <p:nvSpPr>
          <p:cNvPr id="7" name="Content Placeholder 3">
            <a:extLst>
              <a:ext uri="{FF2B5EF4-FFF2-40B4-BE49-F238E27FC236}">
                <a16:creationId xmlns:a16="http://schemas.microsoft.com/office/drawing/2014/main" id="{EDDDD0EF-DDD6-CF4A-B794-5A224237EAA0}"/>
              </a:ext>
            </a:extLst>
          </p:cNvPr>
          <p:cNvSpPr>
            <a:spLocks noGrp="1"/>
          </p:cNvSpPr>
          <p:nvPr>
            <p:ph sz="quarter" idx="12"/>
          </p:nvPr>
        </p:nvSpPr>
        <p:spPr>
          <a:xfrm>
            <a:off x="470061" y="1989221"/>
            <a:ext cx="5513832" cy="4106779"/>
          </a:xfrm>
        </p:spPr>
        <p:txBody>
          <a:bodyPr lIns="182880"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8A04F16C-B1B8-1148-A86B-E7447D7BD7BD}"/>
              </a:ext>
            </a:extLst>
          </p:cNvPr>
          <p:cNvSpPr>
            <a:spLocks noGrp="1"/>
          </p:cNvSpPr>
          <p:nvPr>
            <p:ph sz="quarter" idx="13"/>
          </p:nvPr>
        </p:nvSpPr>
        <p:spPr>
          <a:xfrm>
            <a:off x="6227397" y="1989221"/>
            <a:ext cx="5513832" cy="4106779"/>
          </a:xfrm>
        </p:spPr>
        <p:txBody>
          <a:bodyPr lIns="182880"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C05E6F-7E29-8A4C-88D7-63D30A87E13A}"/>
              </a:ext>
            </a:extLst>
          </p:cNvPr>
          <p:cNvSpPr>
            <a:spLocks noGrp="1"/>
          </p:cNvSpPr>
          <p:nvPr>
            <p:ph type="body" sz="quarter" idx="14"/>
          </p:nvPr>
        </p:nvSpPr>
        <p:spPr>
          <a:xfrm>
            <a:off x="470061" y="1196744"/>
            <a:ext cx="5513832" cy="609600"/>
          </a:xfrm>
          <a:solidFill>
            <a:schemeClr val="accent1">
              <a:lumMod val="40000"/>
              <a:lumOff val="60000"/>
            </a:schemeClr>
          </a:solidFill>
        </p:spPr>
        <p:txBody>
          <a:bodyPr lIns="228600" rIns="0" anchor="ctr"/>
          <a:lstStyle>
            <a:lvl1pPr marL="0" indent="0" algn="l">
              <a:lnSpc>
                <a:spcPct val="103000"/>
              </a:lnSpc>
              <a:buNone/>
              <a:defRPr sz="1600" b="1">
                <a:solidFill>
                  <a:schemeClr val="tx1"/>
                </a:solidFill>
                <a:latin typeface="+mj-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Master text styles</a:t>
            </a:r>
          </a:p>
        </p:txBody>
      </p:sp>
      <p:sp>
        <p:nvSpPr>
          <p:cNvPr id="10" name="Text Placeholder 4">
            <a:extLst>
              <a:ext uri="{FF2B5EF4-FFF2-40B4-BE49-F238E27FC236}">
                <a16:creationId xmlns:a16="http://schemas.microsoft.com/office/drawing/2014/main" id="{C1C6BEF8-A683-E145-871B-DE9B84D40886}"/>
              </a:ext>
            </a:extLst>
          </p:cNvPr>
          <p:cNvSpPr>
            <a:spLocks noGrp="1"/>
          </p:cNvSpPr>
          <p:nvPr>
            <p:ph type="body" sz="quarter" idx="15"/>
          </p:nvPr>
        </p:nvSpPr>
        <p:spPr>
          <a:xfrm>
            <a:off x="6227397" y="1196744"/>
            <a:ext cx="5513832" cy="609600"/>
          </a:xfrm>
          <a:solidFill>
            <a:schemeClr val="accent1">
              <a:lumMod val="40000"/>
              <a:lumOff val="60000"/>
            </a:schemeClr>
          </a:solidFill>
        </p:spPr>
        <p:txBody>
          <a:bodyPr lIns="228600" rIns="0" anchor="ctr"/>
          <a:lstStyle>
            <a:lvl1pPr marL="0" indent="0" algn="l">
              <a:lnSpc>
                <a:spcPct val="103000"/>
              </a:lnSpc>
              <a:buNone/>
              <a:defRPr sz="1600" b="1">
                <a:solidFill>
                  <a:schemeClr val="tx1"/>
                </a:solidFill>
                <a:latin typeface="+mj-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Master text styles</a:t>
            </a:r>
          </a:p>
        </p:txBody>
      </p:sp>
      <p:sp>
        <p:nvSpPr>
          <p:cNvPr id="9" name="Title 2">
            <a:extLst>
              <a:ext uri="{FF2B5EF4-FFF2-40B4-BE49-F238E27FC236}">
                <a16:creationId xmlns:a16="http://schemas.microsoft.com/office/drawing/2014/main" id="{F1495176-EF9F-4736-A21A-CDE03B12A93F}"/>
              </a:ext>
            </a:extLst>
          </p:cNvPr>
          <p:cNvSpPr>
            <a:spLocks noGrp="1"/>
          </p:cNvSpPr>
          <p:nvPr>
            <p:ph type="title"/>
          </p:nvPr>
        </p:nvSpPr>
        <p:spPr>
          <a:xfrm>
            <a:off x="460416" y="417197"/>
            <a:ext cx="11271168" cy="523220"/>
          </a:xfrm>
        </p:spPr>
        <p:txBody>
          <a:bodyPr/>
          <a:lstStyle/>
          <a:p>
            <a:r>
              <a:rPr lang="en-US"/>
              <a:t>Click to edit Master title style</a:t>
            </a:r>
          </a:p>
        </p:txBody>
      </p:sp>
    </p:spTree>
    <p:extLst>
      <p:ext uri="{BB962C8B-B14F-4D97-AF65-F5344CB8AC3E}">
        <p14:creationId xmlns:p14="http://schemas.microsoft.com/office/powerpoint/2010/main" val="1058735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A749BA-A8E0-4944-843E-DD1267BBBF24}"/>
              </a:ext>
            </a:extLst>
          </p:cNvPr>
          <p:cNvSpPr>
            <a:spLocks noGrp="1"/>
          </p:cNvSpPr>
          <p:nvPr>
            <p:ph type="title"/>
          </p:nvPr>
        </p:nvSpPr>
        <p:spPr>
          <a:xfrm>
            <a:off x="470061" y="330817"/>
            <a:ext cx="11271168" cy="523220"/>
          </a:xfrm>
        </p:spPr>
        <p:txBody>
          <a:bodyPr/>
          <a:lstStyle/>
          <a:p>
            <a:r>
              <a:rPr lang="en-US"/>
              <a:t>Click to edit Master title style</a:t>
            </a:r>
          </a:p>
        </p:txBody>
      </p:sp>
      <p:sp>
        <p:nvSpPr>
          <p:cNvPr id="19" name="Content Placeholder 4">
            <a:extLst>
              <a:ext uri="{FF2B5EF4-FFF2-40B4-BE49-F238E27FC236}">
                <a16:creationId xmlns:a16="http://schemas.microsoft.com/office/drawing/2014/main" id="{E3905050-976B-5E45-87E8-BD9035EEF0BF}"/>
              </a:ext>
            </a:extLst>
          </p:cNvPr>
          <p:cNvSpPr>
            <a:spLocks noGrp="1"/>
          </p:cNvSpPr>
          <p:nvPr>
            <p:ph sz="quarter" idx="14"/>
          </p:nvPr>
        </p:nvSpPr>
        <p:spPr>
          <a:xfrm>
            <a:off x="470061" y="1026695"/>
            <a:ext cx="2633472" cy="5115025"/>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4">
            <a:extLst>
              <a:ext uri="{FF2B5EF4-FFF2-40B4-BE49-F238E27FC236}">
                <a16:creationId xmlns:a16="http://schemas.microsoft.com/office/drawing/2014/main" id="{D5F6E019-AA66-A248-B5BC-0D0DBE521FF8}"/>
              </a:ext>
            </a:extLst>
          </p:cNvPr>
          <p:cNvSpPr>
            <a:spLocks noGrp="1"/>
          </p:cNvSpPr>
          <p:nvPr>
            <p:ph sz="quarter" idx="15"/>
          </p:nvPr>
        </p:nvSpPr>
        <p:spPr>
          <a:xfrm>
            <a:off x="3349293" y="1026695"/>
            <a:ext cx="2633472" cy="5115025"/>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4">
            <a:extLst>
              <a:ext uri="{FF2B5EF4-FFF2-40B4-BE49-F238E27FC236}">
                <a16:creationId xmlns:a16="http://schemas.microsoft.com/office/drawing/2014/main" id="{53B354C4-066A-054C-A070-F7A6ED0C68E4}"/>
              </a:ext>
            </a:extLst>
          </p:cNvPr>
          <p:cNvSpPr>
            <a:spLocks noGrp="1"/>
          </p:cNvSpPr>
          <p:nvPr>
            <p:ph sz="quarter" idx="16"/>
          </p:nvPr>
        </p:nvSpPr>
        <p:spPr>
          <a:xfrm>
            <a:off x="6228525" y="1026695"/>
            <a:ext cx="2633472" cy="5115025"/>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4">
            <a:extLst>
              <a:ext uri="{FF2B5EF4-FFF2-40B4-BE49-F238E27FC236}">
                <a16:creationId xmlns:a16="http://schemas.microsoft.com/office/drawing/2014/main" id="{B4AA97EA-11C3-F642-ABA7-5A11A6457449}"/>
              </a:ext>
            </a:extLst>
          </p:cNvPr>
          <p:cNvSpPr>
            <a:spLocks noGrp="1"/>
          </p:cNvSpPr>
          <p:nvPr>
            <p:ph sz="quarter" idx="17"/>
          </p:nvPr>
        </p:nvSpPr>
        <p:spPr>
          <a:xfrm>
            <a:off x="9107757" y="1026695"/>
            <a:ext cx="2633472" cy="5115025"/>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1865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A749BA-A8E0-4944-843E-DD1267BBBF24}"/>
              </a:ext>
            </a:extLst>
          </p:cNvPr>
          <p:cNvSpPr>
            <a:spLocks noGrp="1"/>
          </p:cNvSpPr>
          <p:nvPr>
            <p:ph type="title"/>
          </p:nvPr>
        </p:nvSpPr>
        <p:spPr>
          <a:xfrm>
            <a:off x="470061" y="330817"/>
            <a:ext cx="11271168" cy="523220"/>
          </a:xfrm>
        </p:spPr>
        <p:txBody>
          <a:bodyPr/>
          <a:lstStyle/>
          <a:p>
            <a:r>
              <a:rPr lang="en-US"/>
              <a:t>Click to edit Master title style</a:t>
            </a:r>
          </a:p>
        </p:txBody>
      </p:sp>
      <p:sp>
        <p:nvSpPr>
          <p:cNvPr id="19" name="Content Placeholder 4">
            <a:extLst>
              <a:ext uri="{FF2B5EF4-FFF2-40B4-BE49-F238E27FC236}">
                <a16:creationId xmlns:a16="http://schemas.microsoft.com/office/drawing/2014/main" id="{E3905050-976B-5E45-87E8-BD9035EEF0BF}"/>
              </a:ext>
            </a:extLst>
          </p:cNvPr>
          <p:cNvSpPr>
            <a:spLocks noGrp="1"/>
          </p:cNvSpPr>
          <p:nvPr>
            <p:ph sz="quarter" idx="14"/>
          </p:nvPr>
        </p:nvSpPr>
        <p:spPr>
          <a:xfrm>
            <a:off x="470061" y="1042737"/>
            <a:ext cx="2011680" cy="5098983"/>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4">
            <a:extLst>
              <a:ext uri="{FF2B5EF4-FFF2-40B4-BE49-F238E27FC236}">
                <a16:creationId xmlns:a16="http://schemas.microsoft.com/office/drawing/2014/main" id="{D5F6E019-AA66-A248-B5BC-0D0DBE521FF8}"/>
              </a:ext>
            </a:extLst>
          </p:cNvPr>
          <p:cNvSpPr>
            <a:spLocks noGrp="1"/>
          </p:cNvSpPr>
          <p:nvPr>
            <p:ph sz="quarter" idx="15"/>
          </p:nvPr>
        </p:nvSpPr>
        <p:spPr>
          <a:xfrm>
            <a:off x="2784933" y="1042737"/>
            <a:ext cx="2011680" cy="5098983"/>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4">
            <a:extLst>
              <a:ext uri="{FF2B5EF4-FFF2-40B4-BE49-F238E27FC236}">
                <a16:creationId xmlns:a16="http://schemas.microsoft.com/office/drawing/2014/main" id="{53B354C4-066A-054C-A070-F7A6ED0C68E4}"/>
              </a:ext>
            </a:extLst>
          </p:cNvPr>
          <p:cNvSpPr>
            <a:spLocks noGrp="1"/>
          </p:cNvSpPr>
          <p:nvPr>
            <p:ph sz="quarter" idx="16"/>
          </p:nvPr>
        </p:nvSpPr>
        <p:spPr>
          <a:xfrm>
            <a:off x="5099805" y="1042737"/>
            <a:ext cx="2011680" cy="5098983"/>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4">
            <a:extLst>
              <a:ext uri="{FF2B5EF4-FFF2-40B4-BE49-F238E27FC236}">
                <a16:creationId xmlns:a16="http://schemas.microsoft.com/office/drawing/2014/main" id="{B4AA97EA-11C3-F642-ABA7-5A11A6457449}"/>
              </a:ext>
            </a:extLst>
          </p:cNvPr>
          <p:cNvSpPr>
            <a:spLocks noGrp="1"/>
          </p:cNvSpPr>
          <p:nvPr>
            <p:ph sz="quarter" idx="17"/>
          </p:nvPr>
        </p:nvSpPr>
        <p:spPr>
          <a:xfrm>
            <a:off x="7414677" y="1042737"/>
            <a:ext cx="2011680" cy="5098983"/>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3F0619D8-FD91-48CB-9822-AD214DFDE340}"/>
              </a:ext>
            </a:extLst>
          </p:cNvPr>
          <p:cNvSpPr>
            <a:spLocks noGrp="1"/>
          </p:cNvSpPr>
          <p:nvPr>
            <p:ph sz="quarter" idx="18"/>
          </p:nvPr>
        </p:nvSpPr>
        <p:spPr>
          <a:xfrm>
            <a:off x="9729549" y="1042737"/>
            <a:ext cx="2011680" cy="5098983"/>
          </a:xfrm>
        </p:spPr>
        <p:txBody>
          <a:bodyPr r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71317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ig Statement with Illustra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A0718E-A904-9E47-82F1-2F5C58775C08}"/>
              </a:ext>
            </a:extLst>
          </p:cNvPr>
          <p:cNvSpPr/>
          <p:nvPr userDrawn="1"/>
        </p:nvSpPr>
        <p:spPr bwMode="auto">
          <a:xfrm>
            <a:off x="0" y="0"/>
            <a:ext cx="3532909" cy="6134100"/>
          </a:xfrm>
          <a:prstGeom prst="rect">
            <a:avLst/>
          </a:prstGeom>
          <a:solidFill>
            <a:schemeClr val="tx2">
              <a:lumMod val="20000"/>
              <a:lumOff val="80000"/>
            </a:schemeClr>
          </a:solidFill>
          <a:ln w="285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i="0" u="none" strike="noStrike" cap="none" normalizeH="0" baseline="0" dirty="0">
              <a:ln>
                <a:noFill/>
              </a:ln>
              <a:effectLst/>
            </a:endParaRPr>
          </a:p>
        </p:txBody>
      </p:sp>
      <p:sp>
        <p:nvSpPr>
          <p:cNvPr id="23" name="Picture Placeholder 22">
            <a:extLst>
              <a:ext uri="{FF2B5EF4-FFF2-40B4-BE49-F238E27FC236}">
                <a16:creationId xmlns:a16="http://schemas.microsoft.com/office/drawing/2014/main" id="{2FF1477F-90AC-6F43-80B1-E148E22EAB0C}"/>
              </a:ext>
            </a:extLst>
          </p:cNvPr>
          <p:cNvSpPr>
            <a:spLocks noGrp="1"/>
          </p:cNvSpPr>
          <p:nvPr>
            <p:ph type="pic" sz="quarter" idx="13" hasCustomPrompt="1"/>
          </p:nvPr>
        </p:nvSpPr>
        <p:spPr>
          <a:xfrm>
            <a:off x="1" y="0"/>
            <a:ext cx="3532908" cy="6134100"/>
          </a:xfrm>
          <a:prstGeom prst="rect">
            <a:avLst/>
          </a:prstGeom>
          <a:noFill/>
        </p:spPr>
        <p:txBody>
          <a:bodyPr wrap="square" bIns="914400" anchor="ctr">
            <a:noAutofit/>
          </a:bodyPr>
          <a:lstStyle>
            <a:lvl1pPr algn="ctr">
              <a:defRPr sz="1400">
                <a:solidFill>
                  <a:schemeClr val="tx1"/>
                </a:solidFill>
              </a:defRPr>
            </a:lvl1pPr>
          </a:lstStyle>
          <a:p>
            <a:r>
              <a:rPr lang="en-US" dirty="0"/>
              <a:t>Click the icon or drag and drop to add a image</a:t>
            </a:r>
          </a:p>
        </p:txBody>
      </p:sp>
      <p:sp>
        <p:nvSpPr>
          <p:cNvPr id="6" name="Text Placeholder 2">
            <a:extLst>
              <a:ext uri="{FF2B5EF4-FFF2-40B4-BE49-F238E27FC236}">
                <a16:creationId xmlns:a16="http://schemas.microsoft.com/office/drawing/2014/main" id="{0E5B814B-5CAA-2341-880F-8BD4E67C5339}"/>
              </a:ext>
            </a:extLst>
          </p:cNvPr>
          <p:cNvSpPr>
            <a:spLocks noGrp="1"/>
          </p:cNvSpPr>
          <p:nvPr>
            <p:ph type="body" sz="quarter" idx="16"/>
          </p:nvPr>
        </p:nvSpPr>
        <p:spPr>
          <a:xfrm>
            <a:off x="4305299" y="1371600"/>
            <a:ext cx="7411843" cy="4762500"/>
          </a:xfrm>
        </p:spPr>
        <p:txBody>
          <a:bodyPr anchor="t"/>
          <a:lstStyle>
            <a:lvl1pPr marL="11113" indent="-11113">
              <a:lnSpc>
                <a:spcPct val="102000"/>
              </a:lnSpc>
              <a:spcBef>
                <a:spcPts val="1500"/>
              </a:spcBef>
              <a:buSzPct val="100000"/>
              <a:buFont typeface="Arial" panose="020B0604020202020204" pitchFamily="34" charset="0"/>
              <a:buChar char="​"/>
              <a:tabLst/>
              <a:defRPr sz="7200">
                <a:latin typeface="+mj-lt"/>
              </a:defRPr>
            </a:lvl1pPr>
            <a:lvl2pPr marL="11113" indent="-11113">
              <a:lnSpc>
                <a:spcPct val="102000"/>
              </a:lnSpc>
              <a:spcBef>
                <a:spcPts val="1500"/>
              </a:spcBef>
              <a:buClrTx/>
              <a:buFont typeface="Arial" panose="020B0604020202020204" pitchFamily="34" charset="0"/>
              <a:buChar char="​"/>
              <a:tabLst/>
              <a:defRPr sz="4800">
                <a:latin typeface="+mj-lt"/>
              </a:defRPr>
            </a:lvl2pPr>
            <a:lvl3pPr marL="11113" indent="-11113">
              <a:lnSpc>
                <a:spcPct val="99000"/>
              </a:lnSpc>
              <a:spcBef>
                <a:spcPts val="1500"/>
              </a:spcBef>
              <a:buClrTx/>
              <a:buFont typeface="Arial" panose="020B0604020202020204" pitchFamily="34" charset="0"/>
              <a:buChar char="​"/>
              <a:tabLst/>
              <a:defRPr sz="3600">
                <a:latin typeface="+mj-lt"/>
              </a:defRPr>
            </a:lvl3pPr>
            <a:lvl4pPr marL="11113" indent="-11113">
              <a:lnSpc>
                <a:spcPct val="103000"/>
              </a:lnSpc>
              <a:buClrTx/>
              <a:buFont typeface="Arial" panose="020B0604020202020204" pitchFamily="34" charset="0"/>
              <a:buChar char="​"/>
              <a:tabLst/>
              <a:defRPr sz="2100">
                <a:solidFill>
                  <a:schemeClr val="tx1"/>
                </a:solidFill>
                <a:latin typeface="+mj-lt"/>
              </a:defRPr>
            </a:lvl4pPr>
            <a:lvl5pPr marL="11113" indent="-11113">
              <a:lnSpc>
                <a:spcPct val="103000"/>
              </a:lnSpc>
              <a:buClrTx/>
              <a:buFont typeface="Arial" panose="020B0604020202020204" pitchFamily="34" charset="0"/>
              <a:buChar char="​"/>
              <a:tabLst/>
              <a:defRPr sz="2100">
                <a:solidFill>
                  <a:schemeClr val="tx1"/>
                </a:solidFill>
                <a:latin typeface="+mj-lt"/>
              </a:defRPr>
            </a:lvl5pPr>
            <a:lvl6pPr marL="11113" indent="-11113">
              <a:lnSpc>
                <a:spcPct val="103000"/>
              </a:lnSpc>
              <a:buClrTx/>
              <a:buFont typeface="Arial" panose="020B0604020202020204" pitchFamily="34" charset="0"/>
              <a:buChar char="​"/>
              <a:tabLst/>
              <a:defRPr sz="2100">
                <a:solidFill>
                  <a:schemeClr val="tx1"/>
                </a:solidFill>
                <a:latin typeface="+mj-lt"/>
              </a:defRPr>
            </a:lvl6pPr>
            <a:lvl7pPr marL="11113" indent="-11113">
              <a:lnSpc>
                <a:spcPct val="103000"/>
              </a:lnSpc>
              <a:buClrTx/>
              <a:buFont typeface="Arial" panose="020B0604020202020204" pitchFamily="34" charset="0"/>
              <a:buChar char="​"/>
              <a:tabLst/>
              <a:defRPr sz="2100" b="0" cap="none" baseline="0">
                <a:solidFill>
                  <a:schemeClr val="tx1"/>
                </a:solidFill>
                <a:latin typeface="+mj-lt"/>
              </a:defRPr>
            </a:lvl7pPr>
            <a:lvl8pPr marL="11113" indent="-11113">
              <a:lnSpc>
                <a:spcPct val="103000"/>
              </a:lnSpc>
              <a:buClrTx/>
              <a:buFont typeface="Arial" panose="020B0604020202020204" pitchFamily="34" charset="0"/>
              <a:buChar char="​"/>
              <a:tabLst/>
              <a:defRPr sz="2100">
                <a:solidFill>
                  <a:schemeClr val="tx1"/>
                </a:solidFill>
                <a:latin typeface="+mj-lt"/>
              </a:defRPr>
            </a:lvl8pPr>
            <a:lvl9pPr marL="11113" indent="-11113">
              <a:lnSpc>
                <a:spcPct val="103000"/>
              </a:lnSpc>
              <a:buClrTx/>
              <a:buFont typeface="Arial" panose="020B0604020202020204" pitchFamily="34" charset="0"/>
              <a:buChar char="​"/>
              <a:tabLst/>
              <a:defRPr sz="2100">
                <a:solidFill>
                  <a:schemeClr val="tx1"/>
                </a:solidFill>
                <a:latin typeface="+mj-lt"/>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7">
            <a:extLst>
              <a:ext uri="{FF2B5EF4-FFF2-40B4-BE49-F238E27FC236}">
                <a16:creationId xmlns:a16="http://schemas.microsoft.com/office/drawing/2014/main" id="{1289E0FB-2F70-104E-8F9C-5057D13C13F8}"/>
              </a:ext>
            </a:extLst>
          </p:cNvPr>
          <p:cNvSpPr>
            <a:spLocks noGrp="1"/>
          </p:cNvSpPr>
          <p:nvPr>
            <p:ph type="body" sz="quarter" idx="14" hasCustomPrompt="1"/>
          </p:nvPr>
        </p:nvSpPr>
        <p:spPr>
          <a:xfrm>
            <a:off x="4305299" y="652002"/>
            <a:ext cx="7411843" cy="403316"/>
          </a:xfrm>
        </p:spPr>
        <p:txBody>
          <a:bodyPr wrap="square" anchor="b">
            <a:spAutoFit/>
          </a:bodyPr>
          <a:lstStyle>
            <a:lvl1pPr marL="0" indent="0" algn="l">
              <a:lnSpc>
                <a:spcPct val="103000"/>
              </a:lnSpc>
              <a:spcBef>
                <a:spcPts val="0"/>
              </a:spcBef>
              <a:spcAft>
                <a:spcPts val="1500"/>
              </a:spcAft>
              <a:buNone/>
              <a:defRPr sz="2100" b="0" i="0" baseline="0">
                <a:solidFill>
                  <a:srgbClr val="0055A0"/>
                </a:solidFill>
                <a:latin typeface="+mj-lt"/>
              </a:defRPr>
            </a:lvl1pPr>
            <a:lvl2pPr algn="r">
              <a:defRPr/>
            </a:lvl2pPr>
            <a:lvl3pPr algn="r">
              <a:defRPr/>
            </a:lvl3pPr>
            <a:lvl4pPr algn="r">
              <a:defRPr/>
            </a:lvl4pPr>
            <a:lvl5pPr algn="r">
              <a:defRPr/>
            </a:lvl5pPr>
          </a:lstStyle>
          <a:p>
            <a:pPr lvl="0"/>
            <a:r>
              <a:rPr lang="en-US" dirty="0"/>
              <a:t>Click to edit optional eyebrow</a:t>
            </a:r>
          </a:p>
        </p:txBody>
      </p:sp>
    </p:spTree>
    <p:extLst>
      <p:ext uri="{BB962C8B-B14F-4D97-AF65-F5344CB8AC3E}">
        <p14:creationId xmlns:p14="http://schemas.microsoft.com/office/powerpoint/2010/main" val="34776687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Stat">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62102DBF-DA27-7E45-AD3F-406BF219EF6A}"/>
              </a:ext>
            </a:extLst>
          </p:cNvPr>
          <p:cNvSpPr>
            <a:spLocks noGrp="1"/>
          </p:cNvSpPr>
          <p:nvPr>
            <p:ph type="body" sz="quarter" idx="11"/>
          </p:nvPr>
        </p:nvSpPr>
        <p:spPr>
          <a:xfrm>
            <a:off x="487798" y="4086225"/>
            <a:ext cx="3611880" cy="609600"/>
          </a:xfrm>
          <a:ln>
            <a:noFill/>
          </a:ln>
        </p:spPr>
        <p:txBody>
          <a:bodyPr wrap="none" anchor="t">
            <a:noAutofit/>
          </a:bodyPr>
          <a:lstStyle>
            <a:lvl1pPr marL="0" indent="0" algn="ctr">
              <a:lnSpc>
                <a:spcPct val="100000"/>
              </a:lnSpc>
              <a:buNone/>
              <a:defRPr sz="2100" i="0" spc="0">
                <a:solidFill>
                  <a:schemeClr val="tx1"/>
                </a:solidFill>
                <a:latin typeface="+mn-lt"/>
              </a:defRPr>
            </a:lvl1pPr>
            <a:lvl2pPr marL="155448" indent="0">
              <a:buNone/>
              <a:defRPr/>
            </a:lvl2pPr>
            <a:lvl3pPr marL="347472" indent="0">
              <a:buNone/>
              <a:defRPr/>
            </a:lvl3pPr>
            <a:lvl4pPr marL="0" indent="0">
              <a:buNone/>
              <a:defRPr/>
            </a:lvl4pPr>
            <a:lvl5pPr marL="0" indent="0">
              <a:buNone/>
              <a:defRPr/>
            </a:lvl5pPr>
          </a:lstStyle>
          <a:p>
            <a:pPr lvl="0"/>
            <a:r>
              <a:rPr lang="en-US"/>
              <a:t>Click to edit Master text styles</a:t>
            </a:r>
          </a:p>
        </p:txBody>
      </p:sp>
      <p:sp>
        <p:nvSpPr>
          <p:cNvPr id="9" name="Text Placeholder 8">
            <a:extLst>
              <a:ext uri="{FF2B5EF4-FFF2-40B4-BE49-F238E27FC236}">
                <a16:creationId xmlns:a16="http://schemas.microsoft.com/office/drawing/2014/main" id="{1D8A363C-1C4D-2C44-AC4A-2EA3E356876D}"/>
              </a:ext>
            </a:extLst>
          </p:cNvPr>
          <p:cNvSpPr>
            <a:spLocks noGrp="1"/>
          </p:cNvSpPr>
          <p:nvPr>
            <p:ph type="body" sz="quarter" idx="10" hasCustomPrompt="1"/>
          </p:nvPr>
        </p:nvSpPr>
        <p:spPr>
          <a:xfrm>
            <a:off x="487798" y="1990725"/>
            <a:ext cx="3611880" cy="1662460"/>
          </a:xfrm>
        </p:spPr>
        <p:txBody>
          <a:bodyPr wrap="none" anchor="b">
            <a:noAutofit/>
          </a:bodyPr>
          <a:lstStyle>
            <a:lvl1pPr marL="0" indent="0" algn="ctr">
              <a:buNone/>
              <a:defRPr sz="9600" spc="-300">
                <a:solidFill>
                  <a:srgbClr val="00B0F0"/>
                </a:solidFill>
                <a:latin typeface="+mj-lt"/>
              </a:defRPr>
            </a:lvl1pPr>
            <a:lvl2pPr marL="155448" indent="0">
              <a:buNone/>
              <a:defRPr/>
            </a:lvl2pPr>
            <a:lvl3pPr marL="347472" indent="0">
              <a:buNone/>
              <a:defRPr/>
            </a:lvl3pPr>
            <a:lvl4pPr marL="0" indent="0">
              <a:buNone/>
              <a:defRPr/>
            </a:lvl4pPr>
            <a:lvl5pPr marL="0" indent="0">
              <a:buNone/>
              <a:defRPr/>
            </a:lvl5pPr>
          </a:lstStyle>
          <a:p>
            <a:pPr lvl="0"/>
            <a:r>
              <a:rPr lang="en-US"/>
              <a:t>#</a:t>
            </a:r>
          </a:p>
        </p:txBody>
      </p:sp>
      <p:sp>
        <p:nvSpPr>
          <p:cNvPr id="20" name="Text Placeholder 8">
            <a:extLst>
              <a:ext uri="{FF2B5EF4-FFF2-40B4-BE49-F238E27FC236}">
                <a16:creationId xmlns:a16="http://schemas.microsoft.com/office/drawing/2014/main" id="{A45EA2F1-52D2-AA4B-B71E-39C6E8D109B3}"/>
              </a:ext>
            </a:extLst>
          </p:cNvPr>
          <p:cNvSpPr>
            <a:spLocks noGrp="1"/>
          </p:cNvSpPr>
          <p:nvPr>
            <p:ph type="body" sz="quarter" idx="14"/>
          </p:nvPr>
        </p:nvSpPr>
        <p:spPr>
          <a:xfrm>
            <a:off x="4318635" y="4086225"/>
            <a:ext cx="3611880" cy="609600"/>
          </a:xfrm>
          <a:ln>
            <a:noFill/>
          </a:ln>
        </p:spPr>
        <p:txBody>
          <a:bodyPr wrap="none" anchor="t">
            <a:noAutofit/>
          </a:bodyPr>
          <a:lstStyle>
            <a:lvl1pPr marL="0" indent="0" algn="ctr">
              <a:lnSpc>
                <a:spcPct val="100000"/>
              </a:lnSpc>
              <a:buNone/>
              <a:defRPr sz="2100" i="0" spc="0">
                <a:solidFill>
                  <a:schemeClr val="tx1"/>
                </a:solidFill>
                <a:latin typeface="+mn-lt"/>
              </a:defRPr>
            </a:lvl1pPr>
            <a:lvl2pPr marL="155448" indent="0">
              <a:buNone/>
              <a:defRPr/>
            </a:lvl2pPr>
            <a:lvl3pPr marL="347472" indent="0">
              <a:buNone/>
              <a:defRPr/>
            </a:lvl3pPr>
            <a:lvl4pPr marL="0" indent="0">
              <a:buNone/>
              <a:defRPr/>
            </a:lvl4pPr>
            <a:lvl5pPr marL="0" indent="0">
              <a:buNone/>
              <a:defRPr/>
            </a:lvl5pPr>
          </a:lstStyle>
          <a:p>
            <a:pPr lvl="0"/>
            <a:r>
              <a:rPr lang="en-US"/>
              <a:t>Click to edit Master text styles</a:t>
            </a:r>
          </a:p>
        </p:txBody>
      </p:sp>
      <p:sp>
        <p:nvSpPr>
          <p:cNvPr id="21" name="Text Placeholder 8">
            <a:extLst>
              <a:ext uri="{FF2B5EF4-FFF2-40B4-BE49-F238E27FC236}">
                <a16:creationId xmlns:a16="http://schemas.microsoft.com/office/drawing/2014/main" id="{DE87749B-D54B-E241-B030-1B663D8064ED}"/>
              </a:ext>
            </a:extLst>
          </p:cNvPr>
          <p:cNvSpPr>
            <a:spLocks noGrp="1"/>
          </p:cNvSpPr>
          <p:nvPr>
            <p:ph type="body" sz="quarter" idx="15" hasCustomPrompt="1"/>
          </p:nvPr>
        </p:nvSpPr>
        <p:spPr>
          <a:xfrm>
            <a:off x="4318635" y="1990725"/>
            <a:ext cx="3611880" cy="1662460"/>
          </a:xfrm>
        </p:spPr>
        <p:txBody>
          <a:bodyPr wrap="none" anchor="b">
            <a:noAutofit/>
          </a:bodyPr>
          <a:lstStyle>
            <a:lvl1pPr marL="0" indent="0" algn="ctr">
              <a:buNone/>
              <a:defRPr sz="9600" spc="-300">
                <a:solidFill>
                  <a:srgbClr val="00B0F0"/>
                </a:solidFill>
                <a:latin typeface="+mj-lt"/>
              </a:defRPr>
            </a:lvl1pPr>
            <a:lvl2pPr marL="155448" indent="0">
              <a:buNone/>
              <a:defRPr/>
            </a:lvl2pPr>
            <a:lvl3pPr marL="347472" indent="0">
              <a:buNone/>
              <a:defRPr/>
            </a:lvl3pPr>
            <a:lvl4pPr marL="0" indent="0">
              <a:buNone/>
              <a:defRPr/>
            </a:lvl4pPr>
            <a:lvl5pPr marL="0" indent="0">
              <a:buNone/>
              <a:defRPr/>
            </a:lvl5pPr>
          </a:lstStyle>
          <a:p>
            <a:pPr lvl="0"/>
            <a:r>
              <a:rPr lang="en-US"/>
              <a:t>#</a:t>
            </a:r>
          </a:p>
        </p:txBody>
      </p:sp>
      <p:sp>
        <p:nvSpPr>
          <p:cNvPr id="22" name="Text Placeholder 8">
            <a:extLst>
              <a:ext uri="{FF2B5EF4-FFF2-40B4-BE49-F238E27FC236}">
                <a16:creationId xmlns:a16="http://schemas.microsoft.com/office/drawing/2014/main" id="{DDAFEB73-1B77-DB46-A749-D66BD572E0E9}"/>
              </a:ext>
            </a:extLst>
          </p:cNvPr>
          <p:cNvSpPr>
            <a:spLocks noGrp="1"/>
          </p:cNvSpPr>
          <p:nvPr>
            <p:ph type="body" sz="quarter" idx="16"/>
          </p:nvPr>
        </p:nvSpPr>
        <p:spPr>
          <a:xfrm>
            <a:off x="8150956" y="4086225"/>
            <a:ext cx="3611880" cy="609600"/>
          </a:xfrm>
          <a:ln>
            <a:noFill/>
          </a:ln>
        </p:spPr>
        <p:txBody>
          <a:bodyPr wrap="none" anchor="t">
            <a:noAutofit/>
          </a:bodyPr>
          <a:lstStyle>
            <a:lvl1pPr marL="0" indent="0" algn="ctr">
              <a:lnSpc>
                <a:spcPct val="100000"/>
              </a:lnSpc>
              <a:buNone/>
              <a:defRPr sz="2100" i="0" spc="0">
                <a:solidFill>
                  <a:schemeClr val="tx1"/>
                </a:solidFill>
                <a:latin typeface="+mn-lt"/>
              </a:defRPr>
            </a:lvl1pPr>
            <a:lvl2pPr marL="155448" indent="0">
              <a:buNone/>
              <a:defRPr/>
            </a:lvl2pPr>
            <a:lvl3pPr marL="347472" indent="0">
              <a:buNone/>
              <a:defRPr/>
            </a:lvl3pPr>
            <a:lvl4pPr marL="0" indent="0">
              <a:buNone/>
              <a:defRPr/>
            </a:lvl4pPr>
            <a:lvl5pPr marL="0" indent="0">
              <a:buNone/>
              <a:defRPr/>
            </a:lvl5pPr>
          </a:lstStyle>
          <a:p>
            <a:pPr lvl="0"/>
            <a:r>
              <a:rPr lang="en-US"/>
              <a:t>Click to edit Master text styles</a:t>
            </a:r>
          </a:p>
        </p:txBody>
      </p:sp>
      <p:sp>
        <p:nvSpPr>
          <p:cNvPr id="23" name="Text Placeholder 8">
            <a:extLst>
              <a:ext uri="{FF2B5EF4-FFF2-40B4-BE49-F238E27FC236}">
                <a16:creationId xmlns:a16="http://schemas.microsoft.com/office/drawing/2014/main" id="{EE47A985-29CD-A24C-BAFB-9558C44F583F}"/>
              </a:ext>
            </a:extLst>
          </p:cNvPr>
          <p:cNvSpPr>
            <a:spLocks noGrp="1"/>
          </p:cNvSpPr>
          <p:nvPr>
            <p:ph type="body" sz="quarter" idx="17" hasCustomPrompt="1"/>
          </p:nvPr>
        </p:nvSpPr>
        <p:spPr>
          <a:xfrm>
            <a:off x="8150956" y="1990725"/>
            <a:ext cx="3611880" cy="1662460"/>
          </a:xfrm>
        </p:spPr>
        <p:txBody>
          <a:bodyPr wrap="none" anchor="b">
            <a:noAutofit/>
          </a:bodyPr>
          <a:lstStyle>
            <a:lvl1pPr marL="0" indent="0" algn="ctr">
              <a:buNone/>
              <a:defRPr sz="9600" spc="-300">
                <a:solidFill>
                  <a:srgbClr val="00B0F0"/>
                </a:solidFill>
                <a:latin typeface="+mj-lt"/>
              </a:defRPr>
            </a:lvl1pPr>
            <a:lvl2pPr marL="155448" indent="0">
              <a:buNone/>
              <a:defRPr/>
            </a:lvl2pPr>
            <a:lvl3pPr marL="347472" indent="0">
              <a:buNone/>
              <a:defRPr/>
            </a:lvl3pPr>
            <a:lvl4pPr marL="0" indent="0">
              <a:buNone/>
              <a:defRPr/>
            </a:lvl4pPr>
            <a:lvl5pPr marL="0" indent="0">
              <a:buNone/>
              <a:defRPr/>
            </a:lvl5pPr>
          </a:lstStyle>
          <a:p>
            <a:pPr lvl="0"/>
            <a:r>
              <a:rPr lang="en-US"/>
              <a:t>#</a:t>
            </a:r>
          </a:p>
        </p:txBody>
      </p:sp>
    </p:spTree>
    <p:extLst>
      <p:ext uri="{BB962C8B-B14F-4D97-AF65-F5344CB8AC3E}">
        <p14:creationId xmlns:p14="http://schemas.microsoft.com/office/powerpoint/2010/main" val="28979058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Image Horizontal">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A569CC-FF0D-B940-87F9-2250AB9266C6}"/>
              </a:ext>
            </a:extLst>
          </p:cNvPr>
          <p:cNvSpPr>
            <a:spLocks noGrp="1"/>
          </p:cNvSpPr>
          <p:nvPr>
            <p:ph type="title"/>
          </p:nvPr>
        </p:nvSpPr>
        <p:spPr>
          <a:xfrm>
            <a:off x="470061" y="330817"/>
            <a:ext cx="11271168" cy="523220"/>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31B22A31-06B1-EA47-B6DE-DC190F52FEDC}"/>
              </a:ext>
            </a:extLst>
          </p:cNvPr>
          <p:cNvSpPr>
            <a:spLocks noGrp="1"/>
          </p:cNvSpPr>
          <p:nvPr>
            <p:ph sz="quarter" idx="13" hasCustomPrompt="1"/>
          </p:nvPr>
        </p:nvSpPr>
        <p:spPr>
          <a:xfrm>
            <a:off x="470061" y="3846095"/>
            <a:ext cx="3621024" cy="1790700"/>
          </a:xfrm>
        </p:spPr>
        <p:txBody>
          <a:bodyPr lIns="91440" rIns="91440"/>
          <a:lstStyle>
            <a:lvl1pPr marL="0" indent="0" algn="ctr">
              <a:buNone/>
              <a:defRPr sz="2000" b="1">
                <a:solidFill>
                  <a:srgbClr val="00B0F0"/>
                </a:solidFill>
                <a:latin typeface="+mj-lt"/>
              </a:defRPr>
            </a:lvl1pPr>
            <a:lvl2pPr marL="9525" indent="0" algn="ctr">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lvl="0"/>
            <a:r>
              <a:rPr lang="en-US" dirty="0"/>
              <a:t>Picture Description</a:t>
            </a:r>
          </a:p>
          <a:p>
            <a:pPr lvl="1"/>
            <a:r>
              <a:rPr lang="en-US" dirty="0"/>
              <a:t>Supporting info</a:t>
            </a:r>
          </a:p>
        </p:txBody>
      </p:sp>
      <p:sp>
        <p:nvSpPr>
          <p:cNvPr id="15" name="Content Placeholder 4">
            <a:extLst>
              <a:ext uri="{FF2B5EF4-FFF2-40B4-BE49-F238E27FC236}">
                <a16:creationId xmlns:a16="http://schemas.microsoft.com/office/drawing/2014/main" id="{7D432E79-DAB3-8D4F-944D-0A5A85505AC7}"/>
              </a:ext>
            </a:extLst>
          </p:cNvPr>
          <p:cNvSpPr>
            <a:spLocks noGrp="1"/>
          </p:cNvSpPr>
          <p:nvPr>
            <p:ph sz="quarter" idx="14" hasCustomPrompt="1"/>
          </p:nvPr>
        </p:nvSpPr>
        <p:spPr>
          <a:xfrm>
            <a:off x="4295133" y="3846095"/>
            <a:ext cx="3621024" cy="1790700"/>
          </a:xfrm>
        </p:spPr>
        <p:txBody>
          <a:bodyPr lIns="91440" rIns="91440"/>
          <a:lstStyle>
            <a:lvl1pPr marL="0" indent="0" algn="ctr">
              <a:buNone/>
              <a:defRPr sz="2000" b="1">
                <a:solidFill>
                  <a:srgbClr val="00B0F0"/>
                </a:solidFill>
                <a:latin typeface="+mj-lt"/>
              </a:defRPr>
            </a:lvl1pPr>
            <a:lvl2pPr marL="9525" indent="0" algn="ctr">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lvl="0"/>
            <a:r>
              <a:rPr lang="en-US" dirty="0"/>
              <a:t>Picture Description</a:t>
            </a:r>
          </a:p>
          <a:p>
            <a:pPr lvl="1"/>
            <a:r>
              <a:rPr lang="en-US" dirty="0"/>
              <a:t>Supporting info</a:t>
            </a:r>
          </a:p>
        </p:txBody>
      </p:sp>
      <p:sp>
        <p:nvSpPr>
          <p:cNvPr id="16" name="Content Placeholder 4">
            <a:extLst>
              <a:ext uri="{FF2B5EF4-FFF2-40B4-BE49-F238E27FC236}">
                <a16:creationId xmlns:a16="http://schemas.microsoft.com/office/drawing/2014/main" id="{50040452-5FC8-0545-9A8E-C6C9DE8C8FB0}"/>
              </a:ext>
            </a:extLst>
          </p:cNvPr>
          <p:cNvSpPr>
            <a:spLocks noGrp="1"/>
          </p:cNvSpPr>
          <p:nvPr>
            <p:ph sz="quarter" idx="15" hasCustomPrompt="1"/>
          </p:nvPr>
        </p:nvSpPr>
        <p:spPr>
          <a:xfrm>
            <a:off x="8120205" y="3846095"/>
            <a:ext cx="3621024" cy="1790700"/>
          </a:xfrm>
        </p:spPr>
        <p:txBody>
          <a:bodyPr lIns="91440" rIns="91440"/>
          <a:lstStyle>
            <a:lvl1pPr marL="0" indent="0" algn="ctr">
              <a:buNone/>
              <a:defRPr sz="2000" b="1">
                <a:solidFill>
                  <a:srgbClr val="00B0F0"/>
                </a:solidFill>
                <a:latin typeface="+mj-lt"/>
              </a:defRPr>
            </a:lvl1pPr>
            <a:lvl2pPr marL="9525" indent="0" algn="ctr">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lvl="0"/>
            <a:r>
              <a:rPr lang="en-US" dirty="0"/>
              <a:t>Picture Description</a:t>
            </a:r>
          </a:p>
          <a:p>
            <a:pPr lvl="1"/>
            <a:r>
              <a:rPr lang="en-US" dirty="0"/>
              <a:t>Supporting info</a:t>
            </a:r>
          </a:p>
        </p:txBody>
      </p:sp>
      <p:sp>
        <p:nvSpPr>
          <p:cNvPr id="4" name="Picture Placeholder 3">
            <a:extLst>
              <a:ext uri="{FF2B5EF4-FFF2-40B4-BE49-F238E27FC236}">
                <a16:creationId xmlns:a16="http://schemas.microsoft.com/office/drawing/2014/main" id="{B0B7128B-00BC-8F4F-88EA-11703BDC1414}"/>
              </a:ext>
            </a:extLst>
          </p:cNvPr>
          <p:cNvSpPr>
            <a:spLocks noGrp="1"/>
          </p:cNvSpPr>
          <p:nvPr>
            <p:ph type="pic" sz="quarter" idx="16"/>
          </p:nvPr>
        </p:nvSpPr>
        <p:spPr>
          <a:xfrm>
            <a:off x="1213773" y="1407696"/>
            <a:ext cx="2133600" cy="2133599"/>
          </a:xfrm>
          <a:prstGeom prst="ellipse">
            <a:avLst/>
          </a:prstGeom>
          <a:solidFill>
            <a:schemeClr val="tx2">
              <a:lumMod val="20000"/>
              <a:lumOff val="80000"/>
            </a:schemeClr>
          </a:solidFill>
        </p:spPr>
        <p:txBody>
          <a:bodyPr rIns="0"/>
          <a:lstStyle>
            <a:lvl1pPr algn="ctr">
              <a:defRPr/>
            </a:lvl1pPr>
          </a:lstStyle>
          <a:p>
            <a:r>
              <a:rPr lang="en-US"/>
              <a:t>Click icon to add picture</a:t>
            </a:r>
          </a:p>
        </p:txBody>
      </p:sp>
      <p:sp>
        <p:nvSpPr>
          <p:cNvPr id="17" name="Picture Placeholder 3">
            <a:extLst>
              <a:ext uri="{FF2B5EF4-FFF2-40B4-BE49-F238E27FC236}">
                <a16:creationId xmlns:a16="http://schemas.microsoft.com/office/drawing/2014/main" id="{02901C15-A9B5-E84F-B2C4-95DB4E60FCE0}"/>
              </a:ext>
            </a:extLst>
          </p:cNvPr>
          <p:cNvSpPr>
            <a:spLocks noGrp="1"/>
          </p:cNvSpPr>
          <p:nvPr>
            <p:ph type="pic" sz="quarter" idx="17"/>
          </p:nvPr>
        </p:nvSpPr>
        <p:spPr>
          <a:xfrm>
            <a:off x="5038845" y="1407696"/>
            <a:ext cx="2133600" cy="2133599"/>
          </a:xfrm>
          <a:prstGeom prst="ellipse">
            <a:avLst/>
          </a:prstGeom>
          <a:solidFill>
            <a:schemeClr val="tx2">
              <a:lumMod val="20000"/>
              <a:lumOff val="80000"/>
            </a:schemeClr>
          </a:solidFill>
        </p:spPr>
        <p:txBody>
          <a:bodyPr rIns="0"/>
          <a:lstStyle>
            <a:lvl1pPr algn="ctr">
              <a:defRPr/>
            </a:lvl1pPr>
          </a:lstStyle>
          <a:p>
            <a:r>
              <a:rPr lang="en-US"/>
              <a:t>Click icon to add picture</a:t>
            </a:r>
          </a:p>
        </p:txBody>
      </p:sp>
      <p:sp>
        <p:nvSpPr>
          <p:cNvPr id="18" name="Picture Placeholder 3">
            <a:extLst>
              <a:ext uri="{FF2B5EF4-FFF2-40B4-BE49-F238E27FC236}">
                <a16:creationId xmlns:a16="http://schemas.microsoft.com/office/drawing/2014/main" id="{F3EB582F-594D-5D4F-9CBD-6A02054CA026}"/>
              </a:ext>
            </a:extLst>
          </p:cNvPr>
          <p:cNvSpPr>
            <a:spLocks noGrp="1"/>
          </p:cNvSpPr>
          <p:nvPr>
            <p:ph type="pic" sz="quarter" idx="18"/>
          </p:nvPr>
        </p:nvSpPr>
        <p:spPr>
          <a:xfrm>
            <a:off x="8863917" y="1407696"/>
            <a:ext cx="2133600" cy="2133599"/>
          </a:xfrm>
          <a:prstGeom prst="ellipse">
            <a:avLst/>
          </a:prstGeom>
          <a:solidFill>
            <a:schemeClr val="tx2">
              <a:lumMod val="20000"/>
              <a:lumOff val="80000"/>
            </a:schemeClr>
          </a:solidFill>
        </p:spPr>
        <p:txBody>
          <a:bodyPr rIns="0"/>
          <a:lstStyle>
            <a:lvl1pPr algn="ctr">
              <a:defRPr/>
            </a:lvl1pPr>
          </a:lstStyle>
          <a:p>
            <a:r>
              <a:rPr lang="en-US"/>
              <a:t>Click icon to add picture</a:t>
            </a:r>
          </a:p>
        </p:txBody>
      </p:sp>
    </p:spTree>
    <p:extLst>
      <p:ext uri="{BB962C8B-B14F-4D97-AF65-F5344CB8AC3E}">
        <p14:creationId xmlns:p14="http://schemas.microsoft.com/office/powerpoint/2010/main" val="35810020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x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A569CC-FF0D-B940-87F9-2250AB9266C6}"/>
              </a:ext>
            </a:extLst>
          </p:cNvPr>
          <p:cNvSpPr>
            <a:spLocks noGrp="1"/>
          </p:cNvSpPr>
          <p:nvPr>
            <p:ph type="title"/>
          </p:nvPr>
        </p:nvSpPr>
        <p:spPr>
          <a:xfrm>
            <a:off x="470061" y="2754231"/>
            <a:ext cx="3606639" cy="523220"/>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31B22A31-06B1-EA47-B6DE-DC190F52FEDC}"/>
              </a:ext>
            </a:extLst>
          </p:cNvPr>
          <p:cNvSpPr>
            <a:spLocks noGrp="1"/>
          </p:cNvSpPr>
          <p:nvPr>
            <p:ph sz="quarter" idx="13" hasCustomPrompt="1"/>
          </p:nvPr>
        </p:nvSpPr>
        <p:spPr>
          <a:xfrm>
            <a:off x="5257800" y="1140996"/>
            <a:ext cx="1676400" cy="1828800"/>
          </a:xfrm>
        </p:spPr>
        <p:txBody>
          <a:bodyPr rIns="0"/>
          <a:lstStyle>
            <a:lvl1pPr marL="0" indent="0">
              <a:buNone/>
              <a:defRPr lang="en-US" sz="1600" b="1" kern="1200" dirty="0">
                <a:solidFill>
                  <a:srgbClr val="32355F"/>
                </a:solidFill>
                <a:latin typeface="Segoe UI" panose="020B0502040204020203" pitchFamily="34" charset="0"/>
                <a:ea typeface="+mn-ea"/>
                <a:cs typeface="Segoe UI" panose="020B0502040204020203" pitchFamily="34" charset="0"/>
              </a:defRPr>
            </a:lvl1pPr>
            <a:lvl2pPr marL="9525" indent="0">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lvl="0"/>
            <a:r>
              <a:rPr lang="en-US" dirty="0"/>
              <a:t>Icon name</a:t>
            </a:r>
          </a:p>
          <a:p>
            <a:pPr lvl="1"/>
            <a:r>
              <a:rPr lang="en-US" dirty="0"/>
              <a:t>Supporting info</a:t>
            </a:r>
          </a:p>
        </p:txBody>
      </p:sp>
      <p:sp>
        <p:nvSpPr>
          <p:cNvPr id="15" name="Content Placeholder 4">
            <a:extLst>
              <a:ext uri="{FF2B5EF4-FFF2-40B4-BE49-F238E27FC236}">
                <a16:creationId xmlns:a16="http://schemas.microsoft.com/office/drawing/2014/main" id="{7D432E79-DAB3-8D4F-944D-0A5A85505AC7}"/>
              </a:ext>
            </a:extLst>
          </p:cNvPr>
          <p:cNvSpPr>
            <a:spLocks noGrp="1"/>
          </p:cNvSpPr>
          <p:nvPr>
            <p:ph sz="quarter" idx="14" hasCustomPrompt="1"/>
          </p:nvPr>
        </p:nvSpPr>
        <p:spPr>
          <a:xfrm>
            <a:off x="7642936" y="1140996"/>
            <a:ext cx="1676400" cy="1828800"/>
          </a:xfrm>
        </p:spPr>
        <p:txBody>
          <a:bodyPr rIns="0"/>
          <a:lstStyle>
            <a:lvl1pPr>
              <a:defRPr lang="en-US" sz="1600" b="1" kern="1200" dirty="0">
                <a:solidFill>
                  <a:srgbClr val="32355F"/>
                </a:solidFill>
                <a:latin typeface="Segoe UI" panose="020B0502040204020203" pitchFamily="34" charset="0"/>
                <a:ea typeface="+mn-ea"/>
                <a:cs typeface="Segoe UI" panose="020B0502040204020203" pitchFamily="34" charset="0"/>
              </a:defRPr>
            </a:lvl1pPr>
            <a:lvl2pPr marL="9525" indent="0">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Icon name</a:t>
            </a:r>
          </a:p>
          <a:p>
            <a:pPr lvl="1"/>
            <a:r>
              <a:rPr lang="en-US" dirty="0"/>
              <a:t>Supporting info</a:t>
            </a:r>
          </a:p>
        </p:txBody>
      </p:sp>
      <p:sp>
        <p:nvSpPr>
          <p:cNvPr id="16" name="Content Placeholder 4">
            <a:extLst>
              <a:ext uri="{FF2B5EF4-FFF2-40B4-BE49-F238E27FC236}">
                <a16:creationId xmlns:a16="http://schemas.microsoft.com/office/drawing/2014/main" id="{50040452-5FC8-0545-9A8E-C6C9DE8C8FB0}"/>
              </a:ext>
            </a:extLst>
          </p:cNvPr>
          <p:cNvSpPr>
            <a:spLocks noGrp="1"/>
          </p:cNvSpPr>
          <p:nvPr>
            <p:ph sz="quarter" idx="15" hasCustomPrompt="1"/>
          </p:nvPr>
        </p:nvSpPr>
        <p:spPr>
          <a:xfrm>
            <a:off x="10054252" y="1140996"/>
            <a:ext cx="1676400" cy="1828800"/>
          </a:xfrm>
        </p:spPr>
        <p:txBody>
          <a:bodyPr rIns="0"/>
          <a:lstStyle>
            <a:lvl1pPr>
              <a:defRPr lang="en-US" sz="1600" b="1" kern="1200" dirty="0">
                <a:solidFill>
                  <a:srgbClr val="32355F"/>
                </a:solidFill>
                <a:latin typeface="Segoe UI" panose="020B0502040204020203" pitchFamily="34" charset="0"/>
                <a:ea typeface="+mn-ea"/>
                <a:cs typeface="Segoe UI" panose="020B0502040204020203" pitchFamily="34" charset="0"/>
              </a:defRPr>
            </a:lvl1pPr>
            <a:lvl2pPr marL="9525" indent="0">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Icon name</a:t>
            </a:r>
          </a:p>
          <a:p>
            <a:pPr lvl="1"/>
            <a:r>
              <a:rPr lang="en-US" dirty="0"/>
              <a:t>Supporting info</a:t>
            </a:r>
          </a:p>
        </p:txBody>
      </p:sp>
      <p:sp>
        <p:nvSpPr>
          <p:cNvPr id="17" name="Content Placeholder 4">
            <a:extLst>
              <a:ext uri="{FF2B5EF4-FFF2-40B4-BE49-F238E27FC236}">
                <a16:creationId xmlns:a16="http://schemas.microsoft.com/office/drawing/2014/main" id="{13471936-5EAB-8A4A-9419-A5A08CF58BEE}"/>
              </a:ext>
            </a:extLst>
          </p:cNvPr>
          <p:cNvSpPr>
            <a:spLocks noGrp="1"/>
          </p:cNvSpPr>
          <p:nvPr>
            <p:ph sz="quarter" idx="16" hasCustomPrompt="1"/>
          </p:nvPr>
        </p:nvSpPr>
        <p:spPr>
          <a:xfrm>
            <a:off x="5257800" y="4118892"/>
            <a:ext cx="1676400" cy="1828800"/>
          </a:xfrm>
        </p:spPr>
        <p:txBody>
          <a:bodyPr rIns="0"/>
          <a:lstStyle>
            <a:lvl1pPr>
              <a:defRPr lang="en-US" sz="1600" b="1" kern="1200" dirty="0">
                <a:solidFill>
                  <a:srgbClr val="32355F"/>
                </a:solidFill>
                <a:latin typeface="Segoe UI" panose="020B0502040204020203" pitchFamily="34" charset="0"/>
                <a:ea typeface="+mn-ea"/>
                <a:cs typeface="Segoe UI" panose="020B0502040204020203" pitchFamily="34" charset="0"/>
              </a:defRPr>
            </a:lvl1pPr>
            <a:lvl2pPr marL="9525" indent="0">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Icon name</a:t>
            </a:r>
          </a:p>
          <a:p>
            <a:pPr lvl="1"/>
            <a:r>
              <a:rPr lang="en-US" dirty="0"/>
              <a:t>Supporting info</a:t>
            </a:r>
          </a:p>
        </p:txBody>
      </p:sp>
      <p:sp>
        <p:nvSpPr>
          <p:cNvPr id="18" name="Content Placeholder 4">
            <a:extLst>
              <a:ext uri="{FF2B5EF4-FFF2-40B4-BE49-F238E27FC236}">
                <a16:creationId xmlns:a16="http://schemas.microsoft.com/office/drawing/2014/main" id="{66A27CC9-5FC7-F245-B022-057A4C445220}"/>
              </a:ext>
            </a:extLst>
          </p:cNvPr>
          <p:cNvSpPr>
            <a:spLocks noGrp="1"/>
          </p:cNvSpPr>
          <p:nvPr>
            <p:ph sz="quarter" idx="17" hasCustomPrompt="1"/>
          </p:nvPr>
        </p:nvSpPr>
        <p:spPr>
          <a:xfrm>
            <a:off x="7642936" y="4118892"/>
            <a:ext cx="1676400" cy="1828800"/>
          </a:xfrm>
        </p:spPr>
        <p:txBody>
          <a:bodyPr rIns="0"/>
          <a:lstStyle>
            <a:lvl1pPr>
              <a:defRPr lang="en-US" sz="1600" b="1" kern="1200" dirty="0">
                <a:solidFill>
                  <a:srgbClr val="32355F"/>
                </a:solidFill>
                <a:latin typeface="Segoe UI" panose="020B0502040204020203" pitchFamily="34" charset="0"/>
                <a:ea typeface="+mn-ea"/>
                <a:cs typeface="Segoe UI" panose="020B0502040204020203" pitchFamily="34" charset="0"/>
              </a:defRPr>
            </a:lvl1pPr>
            <a:lvl2pPr marL="9525" indent="0">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Icon name</a:t>
            </a:r>
          </a:p>
          <a:p>
            <a:pPr lvl="1"/>
            <a:r>
              <a:rPr lang="en-US" dirty="0"/>
              <a:t>Supporting info</a:t>
            </a:r>
          </a:p>
        </p:txBody>
      </p:sp>
      <p:sp>
        <p:nvSpPr>
          <p:cNvPr id="20" name="Content Placeholder 4">
            <a:extLst>
              <a:ext uri="{FF2B5EF4-FFF2-40B4-BE49-F238E27FC236}">
                <a16:creationId xmlns:a16="http://schemas.microsoft.com/office/drawing/2014/main" id="{459EC634-3048-D346-B784-082073FA9F31}"/>
              </a:ext>
            </a:extLst>
          </p:cNvPr>
          <p:cNvSpPr>
            <a:spLocks noGrp="1"/>
          </p:cNvSpPr>
          <p:nvPr>
            <p:ph sz="quarter" idx="18" hasCustomPrompt="1"/>
          </p:nvPr>
        </p:nvSpPr>
        <p:spPr>
          <a:xfrm>
            <a:off x="10054252" y="4118892"/>
            <a:ext cx="1676400" cy="1828800"/>
          </a:xfrm>
        </p:spPr>
        <p:txBody>
          <a:bodyPr rIns="0"/>
          <a:lstStyle>
            <a:lvl1pPr>
              <a:defRPr lang="en-US" sz="1600" b="1" kern="1200" dirty="0">
                <a:solidFill>
                  <a:srgbClr val="32355F"/>
                </a:solidFill>
                <a:latin typeface="Segoe UI" panose="020B0502040204020203" pitchFamily="34" charset="0"/>
                <a:ea typeface="+mn-ea"/>
                <a:cs typeface="Segoe UI" panose="020B0502040204020203" pitchFamily="34" charset="0"/>
              </a:defRPr>
            </a:lvl1pPr>
            <a:lvl2pPr marL="9525" indent="0">
              <a:lnSpc>
                <a:spcPct val="105000"/>
              </a:lnSpc>
              <a:spcBef>
                <a:spcPts val="1500"/>
              </a:spcBef>
              <a:buFont typeface="Arial" panose="020B0604020202020204" pitchFamily="34" charset="0"/>
              <a:buChar char="​"/>
              <a:tabLst/>
              <a:defRPr sz="1200">
                <a:solidFill>
                  <a:schemeClr val="tx1"/>
                </a:solidFill>
                <a:latin typeface="+mn-lt"/>
              </a:defRPr>
            </a:lvl2pPr>
            <a:lvl3pPr marL="9525" indent="0">
              <a:lnSpc>
                <a:spcPct val="105000"/>
              </a:lnSpc>
              <a:spcBef>
                <a:spcPts val="1500"/>
              </a:spcBef>
              <a:buFont typeface="Arial" panose="020B0604020202020204" pitchFamily="34" charset="0"/>
              <a:buChar char="​"/>
              <a:tabLst/>
              <a:defRPr sz="1200">
                <a:solidFill>
                  <a:schemeClr val="tx1"/>
                </a:solidFill>
                <a:latin typeface="+mn-lt"/>
              </a:defRPr>
            </a:lvl3pPr>
            <a:lvl4pPr marL="9525" indent="0">
              <a:lnSpc>
                <a:spcPct val="105000"/>
              </a:lnSpc>
              <a:spcBef>
                <a:spcPts val="1500"/>
              </a:spcBef>
              <a:buFont typeface="Arial" panose="020B0604020202020204" pitchFamily="34" charset="0"/>
              <a:buChar char="​"/>
              <a:tabLst/>
              <a:defRPr sz="1200">
                <a:solidFill>
                  <a:schemeClr val="tx1"/>
                </a:solidFill>
                <a:latin typeface="+mn-lt"/>
              </a:defRPr>
            </a:lvl4pPr>
            <a:lvl5pPr marL="9525" indent="0">
              <a:lnSpc>
                <a:spcPct val="105000"/>
              </a:lnSpc>
              <a:spcBef>
                <a:spcPts val="1500"/>
              </a:spcBef>
              <a:buFont typeface="Arial" panose="020B0604020202020204" pitchFamily="34" charset="0"/>
              <a:buChar char="​"/>
              <a:tabLst/>
              <a:defRPr sz="1200">
                <a:solidFill>
                  <a:schemeClr val="tx1"/>
                </a:solidFill>
                <a:latin typeface="+mn-lt"/>
              </a:defRPr>
            </a:lvl5pPr>
            <a:lvl6pPr marL="9525" indent="0">
              <a:lnSpc>
                <a:spcPct val="105000"/>
              </a:lnSpc>
              <a:spcBef>
                <a:spcPts val="1500"/>
              </a:spcBef>
              <a:buFont typeface="Arial" panose="020B0604020202020204" pitchFamily="34" charset="0"/>
              <a:buChar char="​"/>
              <a:tabLst/>
              <a:defRPr sz="1200">
                <a:solidFill>
                  <a:schemeClr val="tx1"/>
                </a:solidFill>
                <a:latin typeface="+mn-lt"/>
              </a:defRPr>
            </a:lvl6pPr>
            <a:lvl7pPr marL="9525" indent="0">
              <a:lnSpc>
                <a:spcPct val="105000"/>
              </a:lnSpc>
              <a:spcBef>
                <a:spcPts val="1500"/>
              </a:spcBef>
              <a:buFont typeface="Arial" panose="020B0604020202020204" pitchFamily="34" charset="0"/>
              <a:buChar char="​"/>
              <a:tabLst/>
              <a:defRPr sz="1200" b="0" cap="none" spc="0" baseline="0">
                <a:solidFill>
                  <a:schemeClr val="tx1"/>
                </a:solidFill>
                <a:latin typeface="+mn-lt"/>
              </a:defRPr>
            </a:lvl7pPr>
            <a:lvl8pPr marL="9525" indent="0">
              <a:lnSpc>
                <a:spcPct val="105000"/>
              </a:lnSpc>
              <a:spcBef>
                <a:spcPts val="1500"/>
              </a:spcBef>
              <a:buFont typeface="Arial" panose="020B0604020202020204" pitchFamily="34" charset="0"/>
              <a:buChar char="​"/>
              <a:tabLst/>
              <a:defRPr sz="1200">
                <a:solidFill>
                  <a:schemeClr val="tx1"/>
                </a:solidFill>
                <a:latin typeface="+mn-lt"/>
              </a:defRPr>
            </a:lvl8pPr>
            <a:lvl9pPr marL="9525" indent="0">
              <a:lnSpc>
                <a:spcPct val="105000"/>
              </a:lnSpc>
              <a:spcBef>
                <a:spcPts val="1500"/>
              </a:spcBef>
              <a:buFont typeface="Arial" panose="020B0604020202020204" pitchFamily="34" charset="0"/>
              <a:buChar char="​"/>
              <a:tabLst/>
              <a:defRPr sz="1200">
                <a:solidFill>
                  <a:schemeClr val="tx1"/>
                </a:solidFill>
                <a:latin typeface="+mn-lt"/>
              </a:defRPr>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Icon name</a:t>
            </a:r>
          </a:p>
          <a:p>
            <a:pPr lvl="1"/>
            <a:r>
              <a:rPr lang="en-US" dirty="0"/>
              <a:t>Supporting info</a:t>
            </a:r>
          </a:p>
        </p:txBody>
      </p:sp>
      <p:sp>
        <p:nvSpPr>
          <p:cNvPr id="27" name="Picture Placeholder 5">
            <a:extLst>
              <a:ext uri="{FF2B5EF4-FFF2-40B4-BE49-F238E27FC236}">
                <a16:creationId xmlns:a16="http://schemas.microsoft.com/office/drawing/2014/main" id="{34DC33E8-D423-9B40-87E5-1D94061C298B}"/>
              </a:ext>
            </a:extLst>
          </p:cNvPr>
          <p:cNvSpPr>
            <a:spLocks noGrp="1"/>
          </p:cNvSpPr>
          <p:nvPr>
            <p:ph type="pic" sz="quarter" idx="25" hasCustomPrompt="1"/>
          </p:nvPr>
        </p:nvSpPr>
        <p:spPr>
          <a:xfrm>
            <a:off x="5257800" y="3242592"/>
            <a:ext cx="603504" cy="603504"/>
          </a:xfrm>
        </p:spPr>
        <p:txBody>
          <a:bodyPr rIns="0"/>
          <a:lstStyle>
            <a:lvl1pPr algn="ctr">
              <a:defRPr sz="900" b="1">
                <a:solidFill>
                  <a:schemeClr val="accent2"/>
                </a:solidFill>
              </a:defRPr>
            </a:lvl1pPr>
          </a:lstStyle>
          <a:p>
            <a:r>
              <a:rPr lang="en-US"/>
              <a:t>ICON</a:t>
            </a:r>
          </a:p>
        </p:txBody>
      </p:sp>
      <p:sp>
        <p:nvSpPr>
          <p:cNvPr id="28" name="Picture Placeholder 5">
            <a:extLst>
              <a:ext uri="{FF2B5EF4-FFF2-40B4-BE49-F238E27FC236}">
                <a16:creationId xmlns:a16="http://schemas.microsoft.com/office/drawing/2014/main" id="{DE6F2096-D9C7-8E49-AFCA-62B8FE4E9878}"/>
              </a:ext>
            </a:extLst>
          </p:cNvPr>
          <p:cNvSpPr>
            <a:spLocks noGrp="1"/>
          </p:cNvSpPr>
          <p:nvPr>
            <p:ph type="pic" sz="quarter" idx="19" hasCustomPrompt="1"/>
          </p:nvPr>
        </p:nvSpPr>
        <p:spPr>
          <a:xfrm>
            <a:off x="5257800" y="264696"/>
            <a:ext cx="603504" cy="603504"/>
          </a:xfrm>
        </p:spPr>
        <p:txBody>
          <a:bodyPr rIns="0"/>
          <a:lstStyle>
            <a:lvl1pPr algn="ctr">
              <a:defRPr sz="900" b="1">
                <a:solidFill>
                  <a:schemeClr val="accent2"/>
                </a:solidFill>
              </a:defRPr>
            </a:lvl1pPr>
          </a:lstStyle>
          <a:p>
            <a:r>
              <a:rPr lang="en-US"/>
              <a:t>ICON</a:t>
            </a:r>
          </a:p>
        </p:txBody>
      </p:sp>
      <p:sp>
        <p:nvSpPr>
          <p:cNvPr id="29" name="Picture Placeholder 5">
            <a:extLst>
              <a:ext uri="{FF2B5EF4-FFF2-40B4-BE49-F238E27FC236}">
                <a16:creationId xmlns:a16="http://schemas.microsoft.com/office/drawing/2014/main" id="{FB40099E-0266-A147-9A72-BC2F9D2233DF}"/>
              </a:ext>
            </a:extLst>
          </p:cNvPr>
          <p:cNvSpPr>
            <a:spLocks noGrp="1"/>
          </p:cNvSpPr>
          <p:nvPr>
            <p:ph type="pic" sz="quarter" idx="20" hasCustomPrompt="1"/>
          </p:nvPr>
        </p:nvSpPr>
        <p:spPr>
          <a:xfrm>
            <a:off x="7642936" y="264696"/>
            <a:ext cx="603504" cy="603504"/>
          </a:xfrm>
        </p:spPr>
        <p:txBody>
          <a:bodyPr rIns="0"/>
          <a:lstStyle>
            <a:lvl1pPr algn="ctr">
              <a:defRPr sz="900" b="1">
                <a:solidFill>
                  <a:schemeClr val="accent2"/>
                </a:solidFill>
              </a:defRPr>
            </a:lvl1pPr>
          </a:lstStyle>
          <a:p>
            <a:r>
              <a:rPr lang="en-US"/>
              <a:t>ICON</a:t>
            </a:r>
          </a:p>
        </p:txBody>
      </p:sp>
      <p:sp>
        <p:nvSpPr>
          <p:cNvPr id="30" name="Picture Placeholder 5">
            <a:extLst>
              <a:ext uri="{FF2B5EF4-FFF2-40B4-BE49-F238E27FC236}">
                <a16:creationId xmlns:a16="http://schemas.microsoft.com/office/drawing/2014/main" id="{CC2E3A56-77D8-2C45-8669-B7C335914B1E}"/>
              </a:ext>
            </a:extLst>
          </p:cNvPr>
          <p:cNvSpPr>
            <a:spLocks noGrp="1"/>
          </p:cNvSpPr>
          <p:nvPr>
            <p:ph type="pic" sz="quarter" idx="21" hasCustomPrompt="1"/>
          </p:nvPr>
        </p:nvSpPr>
        <p:spPr>
          <a:xfrm>
            <a:off x="10054252" y="279253"/>
            <a:ext cx="603504" cy="603504"/>
          </a:xfrm>
        </p:spPr>
        <p:txBody>
          <a:bodyPr rIns="0"/>
          <a:lstStyle>
            <a:lvl1pPr algn="ctr">
              <a:defRPr sz="900" b="1">
                <a:solidFill>
                  <a:schemeClr val="accent2"/>
                </a:solidFill>
              </a:defRPr>
            </a:lvl1pPr>
          </a:lstStyle>
          <a:p>
            <a:r>
              <a:rPr lang="en-US"/>
              <a:t>ICON</a:t>
            </a:r>
          </a:p>
        </p:txBody>
      </p:sp>
      <p:sp>
        <p:nvSpPr>
          <p:cNvPr id="31" name="Picture Placeholder 5">
            <a:extLst>
              <a:ext uri="{FF2B5EF4-FFF2-40B4-BE49-F238E27FC236}">
                <a16:creationId xmlns:a16="http://schemas.microsoft.com/office/drawing/2014/main" id="{0625094E-F66D-8E4E-8D13-805B9CEB83F9}"/>
              </a:ext>
            </a:extLst>
          </p:cNvPr>
          <p:cNvSpPr>
            <a:spLocks noGrp="1"/>
          </p:cNvSpPr>
          <p:nvPr>
            <p:ph type="pic" sz="quarter" idx="26" hasCustomPrompt="1"/>
          </p:nvPr>
        </p:nvSpPr>
        <p:spPr>
          <a:xfrm>
            <a:off x="7642936" y="3255546"/>
            <a:ext cx="603504" cy="603504"/>
          </a:xfrm>
        </p:spPr>
        <p:txBody>
          <a:bodyPr rIns="0"/>
          <a:lstStyle>
            <a:lvl1pPr algn="ctr">
              <a:defRPr sz="900" b="1">
                <a:solidFill>
                  <a:schemeClr val="accent2"/>
                </a:solidFill>
              </a:defRPr>
            </a:lvl1pPr>
          </a:lstStyle>
          <a:p>
            <a:r>
              <a:rPr lang="en-US"/>
              <a:t>ICON</a:t>
            </a:r>
          </a:p>
        </p:txBody>
      </p:sp>
      <p:sp>
        <p:nvSpPr>
          <p:cNvPr id="32" name="Picture Placeholder 5">
            <a:extLst>
              <a:ext uri="{FF2B5EF4-FFF2-40B4-BE49-F238E27FC236}">
                <a16:creationId xmlns:a16="http://schemas.microsoft.com/office/drawing/2014/main" id="{BF143E8C-E2D8-1C45-8A51-42C2D1DAA590}"/>
              </a:ext>
            </a:extLst>
          </p:cNvPr>
          <p:cNvSpPr>
            <a:spLocks noGrp="1"/>
          </p:cNvSpPr>
          <p:nvPr>
            <p:ph type="pic" sz="quarter" idx="27" hasCustomPrompt="1"/>
          </p:nvPr>
        </p:nvSpPr>
        <p:spPr>
          <a:xfrm>
            <a:off x="10054252" y="3255546"/>
            <a:ext cx="603504" cy="603504"/>
          </a:xfrm>
        </p:spPr>
        <p:txBody>
          <a:bodyPr rIns="0"/>
          <a:lstStyle>
            <a:lvl1pPr algn="ctr">
              <a:defRPr sz="900" b="1">
                <a:solidFill>
                  <a:schemeClr val="accent2"/>
                </a:solidFill>
              </a:defRPr>
            </a:lvl1pPr>
          </a:lstStyle>
          <a:p>
            <a:r>
              <a:rPr lang="en-US"/>
              <a:t>ICON</a:t>
            </a:r>
          </a:p>
        </p:txBody>
      </p:sp>
    </p:spTree>
    <p:extLst>
      <p:ext uri="{BB962C8B-B14F-4D97-AF65-F5344CB8AC3E}">
        <p14:creationId xmlns:p14="http://schemas.microsoft.com/office/powerpoint/2010/main" val="30069721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rid Layou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BD33-6450-7846-8CB6-E0B4118F4460}"/>
              </a:ext>
            </a:extLst>
          </p:cNvPr>
          <p:cNvSpPr>
            <a:spLocks noGrp="1"/>
          </p:cNvSpPr>
          <p:nvPr>
            <p:ph type="title"/>
          </p:nvPr>
        </p:nvSpPr>
        <p:spPr>
          <a:xfrm>
            <a:off x="470061" y="330817"/>
            <a:ext cx="11271168" cy="523220"/>
          </a:xfrm>
        </p:spPr>
        <p:txBody>
          <a:bodyPr/>
          <a:lstStyle/>
          <a:p>
            <a:r>
              <a:rPr lang="en-US"/>
              <a:t>Click to edit Master title style</a:t>
            </a:r>
          </a:p>
        </p:txBody>
      </p:sp>
      <p:sp>
        <p:nvSpPr>
          <p:cNvPr id="7" name="Content Placeholder 3">
            <a:extLst>
              <a:ext uri="{FF2B5EF4-FFF2-40B4-BE49-F238E27FC236}">
                <a16:creationId xmlns:a16="http://schemas.microsoft.com/office/drawing/2014/main" id="{EDDDD0EF-DDD6-CF4A-B794-5A224237EAA0}"/>
              </a:ext>
            </a:extLst>
          </p:cNvPr>
          <p:cNvSpPr>
            <a:spLocks noGrp="1"/>
          </p:cNvSpPr>
          <p:nvPr>
            <p:ph sz="quarter" idx="12"/>
          </p:nvPr>
        </p:nvSpPr>
        <p:spPr>
          <a:xfrm>
            <a:off x="470061" y="1572704"/>
            <a:ext cx="5513832" cy="4320764"/>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8A04F16C-B1B8-1148-A86B-E7447D7BD7BD}"/>
              </a:ext>
            </a:extLst>
          </p:cNvPr>
          <p:cNvSpPr>
            <a:spLocks noGrp="1"/>
          </p:cNvSpPr>
          <p:nvPr>
            <p:ph sz="quarter" idx="13"/>
          </p:nvPr>
        </p:nvSpPr>
        <p:spPr>
          <a:xfrm>
            <a:off x="6227397" y="1572705"/>
            <a:ext cx="5513832" cy="1800408"/>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5C05E6F-7E29-8A4C-88D7-63D30A87E13A}"/>
              </a:ext>
            </a:extLst>
          </p:cNvPr>
          <p:cNvSpPr>
            <a:spLocks noGrp="1"/>
          </p:cNvSpPr>
          <p:nvPr>
            <p:ph type="body" sz="quarter" idx="14" hasCustomPrompt="1"/>
          </p:nvPr>
        </p:nvSpPr>
        <p:spPr>
          <a:xfrm>
            <a:off x="470061" y="1130969"/>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10" name="Text Placeholder 4">
            <a:extLst>
              <a:ext uri="{FF2B5EF4-FFF2-40B4-BE49-F238E27FC236}">
                <a16:creationId xmlns:a16="http://schemas.microsoft.com/office/drawing/2014/main" id="{C1C6BEF8-A683-E145-871B-DE9B84D40886}"/>
              </a:ext>
            </a:extLst>
          </p:cNvPr>
          <p:cNvSpPr>
            <a:spLocks noGrp="1"/>
          </p:cNvSpPr>
          <p:nvPr>
            <p:ph type="body" sz="quarter" idx="15" hasCustomPrompt="1"/>
          </p:nvPr>
        </p:nvSpPr>
        <p:spPr>
          <a:xfrm>
            <a:off x="6227397" y="1130969"/>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9" name="Content Placeholder 3">
            <a:extLst>
              <a:ext uri="{FF2B5EF4-FFF2-40B4-BE49-F238E27FC236}">
                <a16:creationId xmlns:a16="http://schemas.microsoft.com/office/drawing/2014/main" id="{437BCDB7-1A3B-2946-9635-351C11A0EE3D}"/>
              </a:ext>
            </a:extLst>
          </p:cNvPr>
          <p:cNvSpPr>
            <a:spLocks noGrp="1"/>
          </p:cNvSpPr>
          <p:nvPr>
            <p:ph sz="quarter" idx="16"/>
          </p:nvPr>
        </p:nvSpPr>
        <p:spPr>
          <a:xfrm>
            <a:off x="6227397" y="4093060"/>
            <a:ext cx="5513832" cy="1800408"/>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1" name="Text Placeholder 4">
            <a:extLst>
              <a:ext uri="{FF2B5EF4-FFF2-40B4-BE49-F238E27FC236}">
                <a16:creationId xmlns:a16="http://schemas.microsoft.com/office/drawing/2014/main" id="{791A482C-DBEC-C941-A1E1-13448D3AFEA0}"/>
              </a:ext>
            </a:extLst>
          </p:cNvPr>
          <p:cNvSpPr>
            <a:spLocks noGrp="1"/>
          </p:cNvSpPr>
          <p:nvPr>
            <p:ph type="body" sz="quarter" idx="17" hasCustomPrompt="1"/>
          </p:nvPr>
        </p:nvSpPr>
        <p:spPr>
          <a:xfrm>
            <a:off x="6227397" y="3657195"/>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Tree>
    <p:extLst>
      <p:ext uri="{BB962C8B-B14F-4D97-AF65-F5344CB8AC3E}">
        <p14:creationId xmlns:p14="http://schemas.microsoft.com/office/powerpoint/2010/main" val="37807628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id Layout 1-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BD33-6450-7846-8CB6-E0B4118F4460}"/>
              </a:ext>
            </a:extLst>
          </p:cNvPr>
          <p:cNvSpPr>
            <a:spLocks noGrp="1"/>
          </p:cNvSpPr>
          <p:nvPr>
            <p:ph type="title"/>
          </p:nvPr>
        </p:nvSpPr>
        <p:spPr>
          <a:xfrm>
            <a:off x="470061" y="330817"/>
            <a:ext cx="11271168" cy="523220"/>
          </a:xfrm>
        </p:spPr>
        <p:txBody>
          <a:bodyPr/>
          <a:lstStyle/>
          <a:p>
            <a:r>
              <a:rPr lang="en-US"/>
              <a:t>Click to edit Master title style</a:t>
            </a:r>
          </a:p>
        </p:txBody>
      </p:sp>
      <p:sp>
        <p:nvSpPr>
          <p:cNvPr id="7" name="Content Placeholder 3">
            <a:extLst>
              <a:ext uri="{FF2B5EF4-FFF2-40B4-BE49-F238E27FC236}">
                <a16:creationId xmlns:a16="http://schemas.microsoft.com/office/drawing/2014/main" id="{EDDDD0EF-DDD6-CF4A-B794-5A224237EAA0}"/>
              </a:ext>
            </a:extLst>
          </p:cNvPr>
          <p:cNvSpPr>
            <a:spLocks noGrp="1"/>
          </p:cNvSpPr>
          <p:nvPr>
            <p:ph sz="quarter" idx="12"/>
          </p:nvPr>
        </p:nvSpPr>
        <p:spPr>
          <a:xfrm>
            <a:off x="470061" y="1556661"/>
            <a:ext cx="3611880" cy="4320764"/>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8A04F16C-B1B8-1148-A86B-E7447D7BD7BD}"/>
              </a:ext>
            </a:extLst>
          </p:cNvPr>
          <p:cNvSpPr>
            <a:spLocks noGrp="1"/>
          </p:cNvSpPr>
          <p:nvPr>
            <p:ph sz="quarter" idx="13"/>
          </p:nvPr>
        </p:nvSpPr>
        <p:spPr>
          <a:xfrm>
            <a:off x="4299705" y="1556662"/>
            <a:ext cx="3611880" cy="1800408"/>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5C05E6F-7E29-8A4C-88D7-63D30A87E13A}"/>
              </a:ext>
            </a:extLst>
          </p:cNvPr>
          <p:cNvSpPr>
            <a:spLocks noGrp="1"/>
          </p:cNvSpPr>
          <p:nvPr>
            <p:ph type="body" sz="quarter" idx="14" hasCustomPrompt="1"/>
          </p:nvPr>
        </p:nvSpPr>
        <p:spPr>
          <a:xfrm>
            <a:off x="470061" y="1114926"/>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10" name="Text Placeholder 4">
            <a:extLst>
              <a:ext uri="{FF2B5EF4-FFF2-40B4-BE49-F238E27FC236}">
                <a16:creationId xmlns:a16="http://schemas.microsoft.com/office/drawing/2014/main" id="{C1C6BEF8-A683-E145-871B-DE9B84D40886}"/>
              </a:ext>
            </a:extLst>
          </p:cNvPr>
          <p:cNvSpPr>
            <a:spLocks noGrp="1"/>
          </p:cNvSpPr>
          <p:nvPr>
            <p:ph type="body" sz="quarter" idx="15" hasCustomPrompt="1"/>
          </p:nvPr>
        </p:nvSpPr>
        <p:spPr>
          <a:xfrm>
            <a:off x="4299705" y="1114926"/>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9" name="Content Placeholder 3">
            <a:extLst>
              <a:ext uri="{FF2B5EF4-FFF2-40B4-BE49-F238E27FC236}">
                <a16:creationId xmlns:a16="http://schemas.microsoft.com/office/drawing/2014/main" id="{437BCDB7-1A3B-2946-9635-351C11A0EE3D}"/>
              </a:ext>
            </a:extLst>
          </p:cNvPr>
          <p:cNvSpPr>
            <a:spLocks noGrp="1"/>
          </p:cNvSpPr>
          <p:nvPr>
            <p:ph sz="quarter" idx="16"/>
          </p:nvPr>
        </p:nvSpPr>
        <p:spPr>
          <a:xfrm>
            <a:off x="4299705" y="4077017"/>
            <a:ext cx="3611880" cy="1800408"/>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1" name="Text Placeholder 4">
            <a:extLst>
              <a:ext uri="{FF2B5EF4-FFF2-40B4-BE49-F238E27FC236}">
                <a16:creationId xmlns:a16="http://schemas.microsoft.com/office/drawing/2014/main" id="{791A482C-DBEC-C941-A1E1-13448D3AFEA0}"/>
              </a:ext>
            </a:extLst>
          </p:cNvPr>
          <p:cNvSpPr>
            <a:spLocks noGrp="1"/>
          </p:cNvSpPr>
          <p:nvPr>
            <p:ph type="body" sz="quarter" idx="17" hasCustomPrompt="1"/>
          </p:nvPr>
        </p:nvSpPr>
        <p:spPr>
          <a:xfrm>
            <a:off x="4299705" y="3641152"/>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12" name="Content Placeholder 3">
            <a:extLst>
              <a:ext uri="{FF2B5EF4-FFF2-40B4-BE49-F238E27FC236}">
                <a16:creationId xmlns:a16="http://schemas.microsoft.com/office/drawing/2014/main" id="{75C92760-7FAF-3541-A0D0-29535DE03005}"/>
              </a:ext>
            </a:extLst>
          </p:cNvPr>
          <p:cNvSpPr>
            <a:spLocks noGrp="1"/>
          </p:cNvSpPr>
          <p:nvPr>
            <p:ph sz="quarter" idx="18"/>
          </p:nvPr>
        </p:nvSpPr>
        <p:spPr>
          <a:xfrm>
            <a:off x="8129349" y="1556662"/>
            <a:ext cx="3611880" cy="1800408"/>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3" name="Text Placeholder 4">
            <a:extLst>
              <a:ext uri="{FF2B5EF4-FFF2-40B4-BE49-F238E27FC236}">
                <a16:creationId xmlns:a16="http://schemas.microsoft.com/office/drawing/2014/main" id="{557453D9-6621-174C-8ADE-72FF8E604E0B}"/>
              </a:ext>
            </a:extLst>
          </p:cNvPr>
          <p:cNvSpPr>
            <a:spLocks noGrp="1"/>
          </p:cNvSpPr>
          <p:nvPr>
            <p:ph type="body" sz="quarter" idx="19" hasCustomPrompt="1"/>
          </p:nvPr>
        </p:nvSpPr>
        <p:spPr>
          <a:xfrm>
            <a:off x="8129349" y="1114926"/>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14" name="Content Placeholder 3">
            <a:extLst>
              <a:ext uri="{FF2B5EF4-FFF2-40B4-BE49-F238E27FC236}">
                <a16:creationId xmlns:a16="http://schemas.microsoft.com/office/drawing/2014/main" id="{FF24BD57-4EBC-1245-B2DC-98FA8B450451}"/>
              </a:ext>
            </a:extLst>
          </p:cNvPr>
          <p:cNvSpPr>
            <a:spLocks noGrp="1"/>
          </p:cNvSpPr>
          <p:nvPr>
            <p:ph sz="quarter" idx="20"/>
          </p:nvPr>
        </p:nvSpPr>
        <p:spPr>
          <a:xfrm>
            <a:off x="8129349" y="4077017"/>
            <a:ext cx="3611880" cy="1800408"/>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5" name="Text Placeholder 4">
            <a:extLst>
              <a:ext uri="{FF2B5EF4-FFF2-40B4-BE49-F238E27FC236}">
                <a16:creationId xmlns:a16="http://schemas.microsoft.com/office/drawing/2014/main" id="{4C06C85C-C218-E94F-A960-B25247EB48FB}"/>
              </a:ext>
            </a:extLst>
          </p:cNvPr>
          <p:cNvSpPr>
            <a:spLocks noGrp="1"/>
          </p:cNvSpPr>
          <p:nvPr>
            <p:ph type="body" sz="quarter" idx="21" hasCustomPrompt="1"/>
          </p:nvPr>
        </p:nvSpPr>
        <p:spPr>
          <a:xfrm>
            <a:off x="8129349" y="3641152"/>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Tree>
    <p:extLst>
      <p:ext uri="{BB962C8B-B14F-4D97-AF65-F5344CB8AC3E}">
        <p14:creationId xmlns:p14="http://schemas.microsoft.com/office/powerpoint/2010/main" val="9846251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id Layout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BD33-6450-7846-8CB6-E0B4118F4460}"/>
              </a:ext>
            </a:extLst>
          </p:cNvPr>
          <p:cNvSpPr>
            <a:spLocks noGrp="1"/>
          </p:cNvSpPr>
          <p:nvPr>
            <p:ph type="title"/>
          </p:nvPr>
        </p:nvSpPr>
        <p:spPr>
          <a:xfrm>
            <a:off x="470061" y="330817"/>
            <a:ext cx="11271168" cy="523220"/>
          </a:xfrm>
        </p:spPr>
        <p:txBody>
          <a:bodyPr/>
          <a:lstStyle/>
          <a:p>
            <a:r>
              <a:rPr lang="en-US"/>
              <a:t>Click to edit Master title style</a:t>
            </a:r>
          </a:p>
        </p:txBody>
      </p:sp>
      <p:sp>
        <p:nvSpPr>
          <p:cNvPr id="7" name="Content Placeholder 3">
            <a:extLst>
              <a:ext uri="{FF2B5EF4-FFF2-40B4-BE49-F238E27FC236}">
                <a16:creationId xmlns:a16="http://schemas.microsoft.com/office/drawing/2014/main" id="{EDDDD0EF-DDD6-CF4A-B794-5A224237EAA0}"/>
              </a:ext>
            </a:extLst>
          </p:cNvPr>
          <p:cNvSpPr>
            <a:spLocks noGrp="1"/>
          </p:cNvSpPr>
          <p:nvPr>
            <p:ph sz="quarter" idx="12"/>
          </p:nvPr>
        </p:nvSpPr>
        <p:spPr>
          <a:xfrm>
            <a:off x="470061" y="1556661"/>
            <a:ext cx="5513832" cy="1735526"/>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8A04F16C-B1B8-1148-A86B-E7447D7BD7BD}"/>
              </a:ext>
            </a:extLst>
          </p:cNvPr>
          <p:cNvSpPr>
            <a:spLocks noGrp="1"/>
          </p:cNvSpPr>
          <p:nvPr>
            <p:ph sz="quarter" idx="13"/>
          </p:nvPr>
        </p:nvSpPr>
        <p:spPr>
          <a:xfrm>
            <a:off x="470061" y="4082887"/>
            <a:ext cx="5513832" cy="1794537"/>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5C05E6F-7E29-8A4C-88D7-63D30A87E13A}"/>
              </a:ext>
            </a:extLst>
          </p:cNvPr>
          <p:cNvSpPr>
            <a:spLocks noGrp="1"/>
          </p:cNvSpPr>
          <p:nvPr>
            <p:ph type="body" sz="quarter" idx="14" hasCustomPrompt="1"/>
          </p:nvPr>
        </p:nvSpPr>
        <p:spPr>
          <a:xfrm>
            <a:off x="470061" y="1114926"/>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dirty="0"/>
              <a:t>Click to edit text styles</a:t>
            </a:r>
          </a:p>
        </p:txBody>
      </p:sp>
      <p:sp>
        <p:nvSpPr>
          <p:cNvPr id="10" name="Text Placeholder 4">
            <a:extLst>
              <a:ext uri="{FF2B5EF4-FFF2-40B4-BE49-F238E27FC236}">
                <a16:creationId xmlns:a16="http://schemas.microsoft.com/office/drawing/2014/main" id="{C1C6BEF8-A683-E145-871B-DE9B84D40886}"/>
              </a:ext>
            </a:extLst>
          </p:cNvPr>
          <p:cNvSpPr>
            <a:spLocks noGrp="1"/>
          </p:cNvSpPr>
          <p:nvPr>
            <p:ph type="body" sz="quarter" idx="15" hasCustomPrompt="1"/>
          </p:nvPr>
        </p:nvSpPr>
        <p:spPr>
          <a:xfrm>
            <a:off x="470061" y="3641152"/>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9" name="Content Placeholder 3">
            <a:extLst>
              <a:ext uri="{FF2B5EF4-FFF2-40B4-BE49-F238E27FC236}">
                <a16:creationId xmlns:a16="http://schemas.microsoft.com/office/drawing/2014/main" id="{437BCDB7-1A3B-2946-9635-351C11A0EE3D}"/>
              </a:ext>
            </a:extLst>
          </p:cNvPr>
          <p:cNvSpPr>
            <a:spLocks noGrp="1"/>
          </p:cNvSpPr>
          <p:nvPr>
            <p:ph sz="quarter" idx="16"/>
          </p:nvPr>
        </p:nvSpPr>
        <p:spPr>
          <a:xfrm>
            <a:off x="6227397" y="1550790"/>
            <a:ext cx="5513832" cy="4326635"/>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1" name="Text Placeholder 4">
            <a:extLst>
              <a:ext uri="{FF2B5EF4-FFF2-40B4-BE49-F238E27FC236}">
                <a16:creationId xmlns:a16="http://schemas.microsoft.com/office/drawing/2014/main" id="{791A482C-DBEC-C941-A1E1-13448D3AFEA0}"/>
              </a:ext>
            </a:extLst>
          </p:cNvPr>
          <p:cNvSpPr>
            <a:spLocks noGrp="1"/>
          </p:cNvSpPr>
          <p:nvPr>
            <p:ph type="body" sz="quarter" idx="17" hasCustomPrompt="1"/>
          </p:nvPr>
        </p:nvSpPr>
        <p:spPr>
          <a:xfrm>
            <a:off x="6227397" y="1114926"/>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Tree>
    <p:extLst>
      <p:ext uri="{BB962C8B-B14F-4D97-AF65-F5344CB8AC3E}">
        <p14:creationId xmlns:p14="http://schemas.microsoft.com/office/powerpoint/2010/main" val="30697382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id Layout 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BD33-6450-7846-8CB6-E0B4118F4460}"/>
              </a:ext>
            </a:extLst>
          </p:cNvPr>
          <p:cNvSpPr>
            <a:spLocks noGrp="1"/>
          </p:cNvSpPr>
          <p:nvPr>
            <p:ph type="title"/>
          </p:nvPr>
        </p:nvSpPr>
        <p:spPr>
          <a:xfrm>
            <a:off x="470061" y="330817"/>
            <a:ext cx="11271168" cy="523220"/>
          </a:xfrm>
        </p:spPr>
        <p:txBody>
          <a:bodyPr/>
          <a:lstStyle/>
          <a:p>
            <a:r>
              <a:rPr lang="en-US"/>
              <a:t>Click to edit Master title style</a:t>
            </a:r>
          </a:p>
        </p:txBody>
      </p:sp>
      <p:sp>
        <p:nvSpPr>
          <p:cNvPr id="7" name="Content Placeholder 3">
            <a:extLst>
              <a:ext uri="{FF2B5EF4-FFF2-40B4-BE49-F238E27FC236}">
                <a16:creationId xmlns:a16="http://schemas.microsoft.com/office/drawing/2014/main" id="{EDDDD0EF-DDD6-CF4A-B794-5A224237EAA0}"/>
              </a:ext>
            </a:extLst>
          </p:cNvPr>
          <p:cNvSpPr>
            <a:spLocks noGrp="1"/>
          </p:cNvSpPr>
          <p:nvPr>
            <p:ph sz="quarter" idx="12"/>
          </p:nvPr>
        </p:nvSpPr>
        <p:spPr>
          <a:xfrm>
            <a:off x="470061" y="1556661"/>
            <a:ext cx="5513832" cy="1735526"/>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8A04F16C-B1B8-1148-A86B-E7447D7BD7BD}"/>
              </a:ext>
            </a:extLst>
          </p:cNvPr>
          <p:cNvSpPr>
            <a:spLocks noGrp="1"/>
          </p:cNvSpPr>
          <p:nvPr>
            <p:ph sz="quarter" idx="13"/>
          </p:nvPr>
        </p:nvSpPr>
        <p:spPr>
          <a:xfrm>
            <a:off x="470061" y="4082887"/>
            <a:ext cx="5513832" cy="1794537"/>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5C05E6F-7E29-8A4C-88D7-63D30A87E13A}"/>
              </a:ext>
            </a:extLst>
          </p:cNvPr>
          <p:cNvSpPr>
            <a:spLocks noGrp="1"/>
          </p:cNvSpPr>
          <p:nvPr>
            <p:ph type="body" sz="quarter" idx="14" hasCustomPrompt="1"/>
          </p:nvPr>
        </p:nvSpPr>
        <p:spPr>
          <a:xfrm>
            <a:off x="470061" y="1114926"/>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dirty="0"/>
              <a:t>Click to edit text styles</a:t>
            </a:r>
          </a:p>
        </p:txBody>
      </p:sp>
      <p:sp>
        <p:nvSpPr>
          <p:cNvPr id="10" name="Text Placeholder 4">
            <a:extLst>
              <a:ext uri="{FF2B5EF4-FFF2-40B4-BE49-F238E27FC236}">
                <a16:creationId xmlns:a16="http://schemas.microsoft.com/office/drawing/2014/main" id="{C1C6BEF8-A683-E145-871B-DE9B84D40886}"/>
              </a:ext>
            </a:extLst>
          </p:cNvPr>
          <p:cNvSpPr>
            <a:spLocks noGrp="1"/>
          </p:cNvSpPr>
          <p:nvPr>
            <p:ph type="body" sz="quarter" idx="15" hasCustomPrompt="1"/>
          </p:nvPr>
        </p:nvSpPr>
        <p:spPr>
          <a:xfrm>
            <a:off x="470061" y="3641152"/>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dirty="0"/>
              <a:t>Click to edit text styles</a:t>
            </a:r>
          </a:p>
        </p:txBody>
      </p:sp>
      <p:sp>
        <p:nvSpPr>
          <p:cNvPr id="12" name="Content Placeholder 3">
            <a:extLst>
              <a:ext uri="{FF2B5EF4-FFF2-40B4-BE49-F238E27FC236}">
                <a16:creationId xmlns:a16="http://schemas.microsoft.com/office/drawing/2014/main" id="{CFCD1C7A-D9A4-1544-B2E5-FAF3B2A7F997}"/>
              </a:ext>
            </a:extLst>
          </p:cNvPr>
          <p:cNvSpPr>
            <a:spLocks noGrp="1"/>
          </p:cNvSpPr>
          <p:nvPr>
            <p:ph sz="quarter" idx="16"/>
          </p:nvPr>
        </p:nvSpPr>
        <p:spPr>
          <a:xfrm>
            <a:off x="6227397" y="1556661"/>
            <a:ext cx="5513832" cy="1735526"/>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3" name="Content Placeholder 3">
            <a:extLst>
              <a:ext uri="{FF2B5EF4-FFF2-40B4-BE49-F238E27FC236}">
                <a16:creationId xmlns:a16="http://schemas.microsoft.com/office/drawing/2014/main" id="{EAB00EFF-2AA5-9D4C-949B-5AC8DB45164C}"/>
              </a:ext>
            </a:extLst>
          </p:cNvPr>
          <p:cNvSpPr>
            <a:spLocks noGrp="1"/>
          </p:cNvSpPr>
          <p:nvPr>
            <p:ph sz="quarter" idx="17"/>
          </p:nvPr>
        </p:nvSpPr>
        <p:spPr>
          <a:xfrm>
            <a:off x="6227397" y="4082887"/>
            <a:ext cx="5513832" cy="1794537"/>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4" name="Text Placeholder 4">
            <a:extLst>
              <a:ext uri="{FF2B5EF4-FFF2-40B4-BE49-F238E27FC236}">
                <a16:creationId xmlns:a16="http://schemas.microsoft.com/office/drawing/2014/main" id="{47D06EB3-393E-F84D-8787-3C1338D20D63}"/>
              </a:ext>
            </a:extLst>
          </p:cNvPr>
          <p:cNvSpPr>
            <a:spLocks noGrp="1"/>
          </p:cNvSpPr>
          <p:nvPr>
            <p:ph type="body" sz="quarter" idx="18" hasCustomPrompt="1"/>
          </p:nvPr>
        </p:nvSpPr>
        <p:spPr>
          <a:xfrm>
            <a:off x="6227397" y="1114926"/>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dirty="0"/>
              <a:t>Click to edit text styles</a:t>
            </a:r>
          </a:p>
        </p:txBody>
      </p:sp>
      <p:sp>
        <p:nvSpPr>
          <p:cNvPr id="15" name="Text Placeholder 4">
            <a:extLst>
              <a:ext uri="{FF2B5EF4-FFF2-40B4-BE49-F238E27FC236}">
                <a16:creationId xmlns:a16="http://schemas.microsoft.com/office/drawing/2014/main" id="{176D3B0B-0345-FE48-B235-63345930193F}"/>
              </a:ext>
            </a:extLst>
          </p:cNvPr>
          <p:cNvSpPr>
            <a:spLocks noGrp="1"/>
          </p:cNvSpPr>
          <p:nvPr>
            <p:ph type="body" sz="quarter" idx="19" hasCustomPrompt="1"/>
          </p:nvPr>
        </p:nvSpPr>
        <p:spPr>
          <a:xfrm>
            <a:off x="6227397" y="3641152"/>
            <a:ext cx="5513832"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Tree>
    <p:extLst>
      <p:ext uri="{BB962C8B-B14F-4D97-AF65-F5344CB8AC3E}">
        <p14:creationId xmlns:p14="http://schemas.microsoft.com/office/powerpoint/2010/main" val="11635441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id Layout 2-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BD33-6450-7846-8CB6-E0B4118F4460}"/>
              </a:ext>
            </a:extLst>
          </p:cNvPr>
          <p:cNvSpPr>
            <a:spLocks noGrp="1"/>
          </p:cNvSpPr>
          <p:nvPr>
            <p:ph type="title"/>
          </p:nvPr>
        </p:nvSpPr>
        <p:spPr>
          <a:xfrm>
            <a:off x="470061" y="330817"/>
            <a:ext cx="11271168" cy="523220"/>
          </a:xfrm>
        </p:spPr>
        <p:txBody>
          <a:bodyPr/>
          <a:lstStyle/>
          <a:p>
            <a:r>
              <a:rPr lang="en-US"/>
              <a:t>Click to edit Master title style</a:t>
            </a:r>
            <a:endParaRPr lang="en-US" dirty="0"/>
          </a:p>
        </p:txBody>
      </p:sp>
      <p:sp>
        <p:nvSpPr>
          <p:cNvPr id="7" name="Content Placeholder 3">
            <a:extLst>
              <a:ext uri="{FF2B5EF4-FFF2-40B4-BE49-F238E27FC236}">
                <a16:creationId xmlns:a16="http://schemas.microsoft.com/office/drawing/2014/main" id="{EDDDD0EF-DDD6-CF4A-B794-5A224237EAA0}"/>
              </a:ext>
            </a:extLst>
          </p:cNvPr>
          <p:cNvSpPr>
            <a:spLocks noGrp="1"/>
          </p:cNvSpPr>
          <p:nvPr>
            <p:ph sz="quarter" idx="12"/>
          </p:nvPr>
        </p:nvSpPr>
        <p:spPr>
          <a:xfrm>
            <a:off x="470061" y="1572703"/>
            <a:ext cx="3611880" cy="1735526"/>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8A04F16C-B1B8-1148-A86B-E7447D7BD7BD}"/>
              </a:ext>
            </a:extLst>
          </p:cNvPr>
          <p:cNvSpPr>
            <a:spLocks noGrp="1"/>
          </p:cNvSpPr>
          <p:nvPr>
            <p:ph sz="quarter" idx="13"/>
          </p:nvPr>
        </p:nvSpPr>
        <p:spPr>
          <a:xfrm>
            <a:off x="470061" y="4098929"/>
            <a:ext cx="3611880" cy="1794537"/>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5C05E6F-7E29-8A4C-88D7-63D30A87E13A}"/>
              </a:ext>
            </a:extLst>
          </p:cNvPr>
          <p:cNvSpPr>
            <a:spLocks noGrp="1"/>
          </p:cNvSpPr>
          <p:nvPr>
            <p:ph type="body" sz="quarter" idx="14" hasCustomPrompt="1"/>
          </p:nvPr>
        </p:nvSpPr>
        <p:spPr>
          <a:xfrm>
            <a:off x="470061" y="1130968"/>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dirty="0"/>
              <a:t>Click to edit text styles</a:t>
            </a:r>
          </a:p>
        </p:txBody>
      </p:sp>
      <p:sp>
        <p:nvSpPr>
          <p:cNvPr id="10" name="Text Placeholder 4">
            <a:extLst>
              <a:ext uri="{FF2B5EF4-FFF2-40B4-BE49-F238E27FC236}">
                <a16:creationId xmlns:a16="http://schemas.microsoft.com/office/drawing/2014/main" id="{C1C6BEF8-A683-E145-871B-DE9B84D40886}"/>
              </a:ext>
            </a:extLst>
          </p:cNvPr>
          <p:cNvSpPr>
            <a:spLocks noGrp="1"/>
          </p:cNvSpPr>
          <p:nvPr>
            <p:ph type="body" sz="quarter" idx="15" hasCustomPrompt="1"/>
          </p:nvPr>
        </p:nvSpPr>
        <p:spPr>
          <a:xfrm>
            <a:off x="470061" y="3657194"/>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12" name="Content Placeholder 3">
            <a:extLst>
              <a:ext uri="{FF2B5EF4-FFF2-40B4-BE49-F238E27FC236}">
                <a16:creationId xmlns:a16="http://schemas.microsoft.com/office/drawing/2014/main" id="{CFCD1C7A-D9A4-1544-B2E5-FAF3B2A7F997}"/>
              </a:ext>
            </a:extLst>
          </p:cNvPr>
          <p:cNvSpPr>
            <a:spLocks noGrp="1"/>
          </p:cNvSpPr>
          <p:nvPr>
            <p:ph sz="quarter" idx="16"/>
          </p:nvPr>
        </p:nvSpPr>
        <p:spPr>
          <a:xfrm>
            <a:off x="4299705" y="1572703"/>
            <a:ext cx="3611880" cy="1735526"/>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3" name="Content Placeholder 3">
            <a:extLst>
              <a:ext uri="{FF2B5EF4-FFF2-40B4-BE49-F238E27FC236}">
                <a16:creationId xmlns:a16="http://schemas.microsoft.com/office/drawing/2014/main" id="{EAB00EFF-2AA5-9D4C-949B-5AC8DB45164C}"/>
              </a:ext>
            </a:extLst>
          </p:cNvPr>
          <p:cNvSpPr>
            <a:spLocks noGrp="1"/>
          </p:cNvSpPr>
          <p:nvPr>
            <p:ph sz="quarter" idx="17"/>
          </p:nvPr>
        </p:nvSpPr>
        <p:spPr>
          <a:xfrm>
            <a:off x="4299705" y="4098929"/>
            <a:ext cx="3611880" cy="1794537"/>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4" name="Text Placeholder 4">
            <a:extLst>
              <a:ext uri="{FF2B5EF4-FFF2-40B4-BE49-F238E27FC236}">
                <a16:creationId xmlns:a16="http://schemas.microsoft.com/office/drawing/2014/main" id="{47D06EB3-393E-F84D-8787-3C1338D20D63}"/>
              </a:ext>
            </a:extLst>
          </p:cNvPr>
          <p:cNvSpPr>
            <a:spLocks noGrp="1"/>
          </p:cNvSpPr>
          <p:nvPr>
            <p:ph type="body" sz="quarter" idx="18" hasCustomPrompt="1"/>
          </p:nvPr>
        </p:nvSpPr>
        <p:spPr>
          <a:xfrm>
            <a:off x="4299705" y="1130968"/>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dirty="0"/>
              <a:t>Click to edit text styles</a:t>
            </a:r>
          </a:p>
        </p:txBody>
      </p:sp>
      <p:sp>
        <p:nvSpPr>
          <p:cNvPr id="15" name="Text Placeholder 4">
            <a:extLst>
              <a:ext uri="{FF2B5EF4-FFF2-40B4-BE49-F238E27FC236}">
                <a16:creationId xmlns:a16="http://schemas.microsoft.com/office/drawing/2014/main" id="{176D3B0B-0345-FE48-B235-63345930193F}"/>
              </a:ext>
            </a:extLst>
          </p:cNvPr>
          <p:cNvSpPr>
            <a:spLocks noGrp="1"/>
          </p:cNvSpPr>
          <p:nvPr>
            <p:ph type="body" sz="quarter" idx="19" hasCustomPrompt="1"/>
          </p:nvPr>
        </p:nvSpPr>
        <p:spPr>
          <a:xfrm>
            <a:off x="4299705" y="3657194"/>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
        <p:nvSpPr>
          <p:cNvPr id="11" name="Content Placeholder 3">
            <a:extLst>
              <a:ext uri="{FF2B5EF4-FFF2-40B4-BE49-F238E27FC236}">
                <a16:creationId xmlns:a16="http://schemas.microsoft.com/office/drawing/2014/main" id="{F00831EC-E70F-3E4C-B9F6-8C8B03E506E4}"/>
              </a:ext>
            </a:extLst>
          </p:cNvPr>
          <p:cNvSpPr>
            <a:spLocks noGrp="1"/>
          </p:cNvSpPr>
          <p:nvPr>
            <p:ph sz="quarter" idx="20"/>
          </p:nvPr>
        </p:nvSpPr>
        <p:spPr>
          <a:xfrm>
            <a:off x="8129349" y="1572703"/>
            <a:ext cx="3611880" cy="1735526"/>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6" name="Content Placeholder 3">
            <a:extLst>
              <a:ext uri="{FF2B5EF4-FFF2-40B4-BE49-F238E27FC236}">
                <a16:creationId xmlns:a16="http://schemas.microsoft.com/office/drawing/2014/main" id="{75B036FC-5EAD-5943-9AEF-DB447DF73899}"/>
              </a:ext>
            </a:extLst>
          </p:cNvPr>
          <p:cNvSpPr>
            <a:spLocks noGrp="1"/>
          </p:cNvSpPr>
          <p:nvPr>
            <p:ph sz="quarter" idx="21"/>
          </p:nvPr>
        </p:nvSpPr>
        <p:spPr>
          <a:xfrm>
            <a:off x="8129349" y="4098929"/>
            <a:ext cx="3611880" cy="1794537"/>
          </a:xfrm>
        </p:spPr>
        <p:txBody>
          <a:bodyPr lIns="91440" rIns="91440">
            <a:normAutofit/>
          </a:bodyPr>
          <a:lstStyle>
            <a:lvl1pPr>
              <a:defRPr sz="18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4">
            <a:extLst>
              <a:ext uri="{FF2B5EF4-FFF2-40B4-BE49-F238E27FC236}">
                <a16:creationId xmlns:a16="http://schemas.microsoft.com/office/drawing/2014/main" id="{ACD4BC48-0796-EF45-A904-895FF6EA101B}"/>
              </a:ext>
            </a:extLst>
          </p:cNvPr>
          <p:cNvSpPr>
            <a:spLocks noGrp="1"/>
          </p:cNvSpPr>
          <p:nvPr>
            <p:ph type="body" sz="quarter" idx="22" hasCustomPrompt="1"/>
          </p:nvPr>
        </p:nvSpPr>
        <p:spPr>
          <a:xfrm>
            <a:off x="8129349" y="1130968"/>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dirty="0"/>
              <a:t>Click to edit text styles</a:t>
            </a:r>
          </a:p>
        </p:txBody>
      </p:sp>
      <p:sp>
        <p:nvSpPr>
          <p:cNvPr id="18" name="Text Placeholder 4">
            <a:extLst>
              <a:ext uri="{FF2B5EF4-FFF2-40B4-BE49-F238E27FC236}">
                <a16:creationId xmlns:a16="http://schemas.microsoft.com/office/drawing/2014/main" id="{F8A96A10-3A26-884D-AA06-4B354367E3B7}"/>
              </a:ext>
            </a:extLst>
          </p:cNvPr>
          <p:cNvSpPr>
            <a:spLocks noGrp="1"/>
          </p:cNvSpPr>
          <p:nvPr>
            <p:ph type="body" sz="quarter" idx="23" hasCustomPrompt="1"/>
          </p:nvPr>
        </p:nvSpPr>
        <p:spPr>
          <a:xfrm>
            <a:off x="8129349" y="3657194"/>
            <a:ext cx="3611880" cy="304800"/>
          </a:xfrm>
          <a:solidFill>
            <a:schemeClr val="accent1">
              <a:lumMod val="40000"/>
              <a:lumOff val="60000"/>
            </a:schemeClr>
          </a:solidFill>
        </p:spPr>
        <p:txBody>
          <a:bodyPr lIns="91440" tIns="9144" rIns="0" anchor="ctr"/>
          <a:lstStyle>
            <a:lvl1pPr marL="0" indent="0" algn="l">
              <a:lnSpc>
                <a:spcPct val="103000"/>
              </a:lnSpc>
              <a:buNone/>
              <a:defRPr sz="1050" b="1" cap="all" spc="70" baseline="0">
                <a:solidFill>
                  <a:schemeClr val="tx1"/>
                </a:solidFill>
                <a:latin typeface="+mn-lt"/>
              </a:defRPr>
            </a:lvl1pPr>
            <a:lvl2pPr marL="155448" indent="0">
              <a:buNone/>
              <a:defRPr/>
            </a:lvl2pPr>
            <a:lvl3pPr marL="347472" indent="0">
              <a:buNone/>
              <a:defRPr/>
            </a:lvl3pPr>
            <a:lvl4pPr marL="0" indent="0">
              <a:buNone/>
              <a:defRPr/>
            </a:lvl4pPr>
            <a:lvl5pPr marL="6350" indent="0">
              <a:buNone/>
              <a:defRPr/>
            </a:lvl5pPr>
          </a:lstStyle>
          <a:p>
            <a:pPr lvl="0"/>
            <a:r>
              <a:rPr lang="en-US"/>
              <a:t>Click to edit text styles</a:t>
            </a:r>
          </a:p>
        </p:txBody>
      </p:sp>
    </p:spTree>
    <p:extLst>
      <p:ext uri="{BB962C8B-B14F-4D97-AF65-F5344CB8AC3E}">
        <p14:creationId xmlns:p14="http://schemas.microsoft.com/office/powerpoint/2010/main" val="9764236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CCBE-C504-6ECC-7577-254F0C48E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663B73-9DF5-36C5-9260-6E14A8CE7C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362436-C163-FD4D-D28A-AFBA790707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498383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846CD-1E10-88E0-330D-30A1EAC52F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A2B739-9704-0EAB-63D3-E2EF5FCEE8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822F66CB-F104-2A5C-4424-27160625FE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091099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FA699-6FD2-B26B-66E6-4CFE322453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A2B6BA-2072-471C-F6BE-BD343005D6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162870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47EC99-A6B8-C662-E80F-1BCC8C051D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086108-06B4-3137-08D6-295BBBD6FF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456594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Picture Placeholder 6">
            <a:extLst>
              <a:ext uri="{FF2B5EF4-FFF2-40B4-BE49-F238E27FC236}">
                <a16:creationId xmlns:a16="http://schemas.microsoft.com/office/drawing/2014/main" id="{1C73C134-413A-3B2B-436E-C7FF53234240}"/>
              </a:ext>
            </a:extLst>
          </p:cNvPr>
          <p:cNvSpPr>
            <a:spLocks noGrp="1"/>
          </p:cNvSpPr>
          <p:nvPr>
            <p:ph type="pic" sz="quarter" idx="25" hasCustomPrompt="1"/>
          </p:nvPr>
        </p:nvSpPr>
        <p:spPr>
          <a:xfrm>
            <a:off x="0" y="1"/>
            <a:ext cx="12192000" cy="4648199"/>
          </a:xfrm>
          <a:custGeom>
            <a:avLst/>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44000" h="5143500">
                <a:moveTo>
                  <a:pt x="0" y="0"/>
                </a:moveTo>
                <a:lnTo>
                  <a:pt x="9144000" y="0"/>
                </a:lnTo>
                <a:lnTo>
                  <a:pt x="9144000" y="5143500"/>
                </a:lnTo>
                <a:lnTo>
                  <a:pt x="0" y="5143500"/>
                </a:lnTo>
                <a:close/>
              </a:path>
            </a:pathLst>
          </a:custGeom>
          <a:solidFill>
            <a:schemeClr val="tx1">
              <a:lumMod val="10000"/>
              <a:lumOff val="90000"/>
            </a:schemeClr>
          </a:solidFill>
          <a:ln>
            <a:noFill/>
          </a:ln>
        </p:spPr>
        <p:txBody>
          <a:bodyPr wrap="square" bIns="457200" anchor="b">
            <a:noAutofit/>
          </a:bodyPr>
          <a:lstStyle>
            <a:lvl1pPr algn="ctr" rtl="0">
              <a:buNone/>
              <a:defRPr sz="1467">
                <a:solidFill>
                  <a:schemeClr val="tx1">
                    <a:lumMod val="50000"/>
                    <a:lumOff val="50000"/>
                  </a:schemeClr>
                </a:solidFill>
              </a:defRPr>
            </a:lvl1pPr>
          </a:lstStyle>
          <a:p>
            <a:r>
              <a:rPr lang="en-US"/>
              <a:t>Image Holder</a:t>
            </a:r>
          </a:p>
        </p:txBody>
      </p:sp>
      <p:sp>
        <p:nvSpPr>
          <p:cNvPr id="3" name="Rectangle 2">
            <a:extLst>
              <a:ext uri="{FF2B5EF4-FFF2-40B4-BE49-F238E27FC236}">
                <a16:creationId xmlns:a16="http://schemas.microsoft.com/office/drawing/2014/main" id="{76858E8B-B8AA-D1B8-D505-4C308FA55554}"/>
              </a:ext>
            </a:extLst>
          </p:cNvPr>
          <p:cNvSpPr/>
          <p:nvPr userDrawn="1"/>
        </p:nvSpPr>
        <p:spPr bwMode="auto">
          <a:xfrm>
            <a:off x="0" y="4648200"/>
            <a:ext cx="7620000" cy="2209800"/>
          </a:xfrm>
          <a:prstGeom prst="rect">
            <a:avLst/>
          </a:prstGeom>
          <a:solidFill>
            <a:srgbClr val="00B0F0"/>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p>
        </p:txBody>
      </p:sp>
      <p:sp>
        <p:nvSpPr>
          <p:cNvPr id="4" name="Inhaltsplatzhalter 4">
            <a:extLst>
              <a:ext uri="{FF2B5EF4-FFF2-40B4-BE49-F238E27FC236}">
                <a16:creationId xmlns:a16="http://schemas.microsoft.com/office/drawing/2014/main" id="{72C2D23F-B83A-422F-CCAE-AE1FF3F2E3AC}"/>
              </a:ext>
            </a:extLst>
          </p:cNvPr>
          <p:cNvSpPr txBox="1">
            <a:spLocks/>
          </p:cNvSpPr>
          <p:nvPr userDrawn="1"/>
        </p:nvSpPr>
        <p:spPr>
          <a:xfrm>
            <a:off x="2260268" y="4942120"/>
            <a:ext cx="3912467" cy="43088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2800">
                <a:latin typeface="Segoe UI" panose="020B0502040204020203" pitchFamily="34" charset="0"/>
                <a:cs typeface="Segoe UI" panose="020B0502040204020203" pitchFamily="34" charset="0"/>
              </a:rPr>
              <a:t>Netwoven Inc.</a:t>
            </a:r>
            <a:endParaRPr lang="en-US" sz="1050">
              <a:latin typeface="Segoe UI" panose="020B0502040204020203" pitchFamily="34"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7EC990A6-A86D-50DA-9DBE-6082B1F1357D}"/>
              </a:ext>
            </a:extLst>
          </p:cNvPr>
          <p:cNvCxnSpPr/>
          <p:nvPr userDrawn="1"/>
        </p:nvCxnSpPr>
        <p:spPr>
          <a:xfrm>
            <a:off x="2260268" y="5545041"/>
            <a:ext cx="132292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8F7C060-845E-C92E-CCC1-A9144375B81A}"/>
              </a:ext>
            </a:extLst>
          </p:cNvPr>
          <p:cNvSpPr/>
          <p:nvPr userDrawn="1"/>
        </p:nvSpPr>
        <p:spPr>
          <a:xfrm>
            <a:off x="2260269" y="5736023"/>
            <a:ext cx="4261538" cy="738664"/>
          </a:xfrm>
          <a:prstGeom prst="rect">
            <a:avLst/>
          </a:prstGeom>
        </p:spPr>
        <p:txBody>
          <a:bodyPr wrap="square" lIns="0" tIns="0" rIns="0" bIns="0" anchor="ctr">
            <a:spAutoFit/>
          </a:bodyPr>
          <a:lstStyle/>
          <a:p>
            <a:r>
              <a:rPr lang="en-US" sz="1600">
                <a:solidFill>
                  <a:schemeClr val="bg1"/>
                </a:solidFill>
                <a:latin typeface="Segoe UI" panose="020B0502040204020203" pitchFamily="34" charset="0"/>
                <a:cs typeface="Segoe UI" panose="020B0502040204020203" pitchFamily="34" charset="0"/>
              </a:rPr>
              <a:t>4000 Pimlico Drive</a:t>
            </a:r>
          </a:p>
          <a:p>
            <a:r>
              <a:rPr lang="en-US" sz="1600">
                <a:solidFill>
                  <a:schemeClr val="bg1"/>
                </a:solidFill>
                <a:latin typeface="Segoe UI" panose="020B0502040204020203" pitchFamily="34" charset="0"/>
                <a:cs typeface="Segoe UI" panose="020B0502040204020203" pitchFamily="34" charset="0"/>
              </a:rPr>
              <a:t>Suite 114-103 Pleasanton,</a:t>
            </a:r>
          </a:p>
          <a:p>
            <a:r>
              <a:rPr lang="en-US" sz="1600">
                <a:solidFill>
                  <a:schemeClr val="bg1"/>
                </a:solidFill>
                <a:latin typeface="Segoe UI" panose="020B0502040204020203" pitchFamily="34" charset="0"/>
                <a:cs typeface="Segoe UI" panose="020B0502040204020203" pitchFamily="34" charset="0"/>
              </a:rPr>
              <a:t>CA 94588, United States</a:t>
            </a:r>
          </a:p>
        </p:txBody>
      </p:sp>
      <p:sp>
        <p:nvSpPr>
          <p:cNvPr id="8" name="Inhaltsplatzhalter 4">
            <a:extLst>
              <a:ext uri="{FF2B5EF4-FFF2-40B4-BE49-F238E27FC236}">
                <a16:creationId xmlns:a16="http://schemas.microsoft.com/office/drawing/2014/main" id="{6121F409-7CC8-6FD7-B8AC-A0F33144435F}"/>
              </a:ext>
            </a:extLst>
          </p:cNvPr>
          <p:cNvSpPr txBox="1">
            <a:spLocks/>
          </p:cNvSpPr>
          <p:nvPr userDrawn="1"/>
        </p:nvSpPr>
        <p:spPr>
          <a:xfrm>
            <a:off x="8668100" y="5114357"/>
            <a:ext cx="3144309" cy="30226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1467">
                <a:solidFill>
                  <a:schemeClr val="bg1">
                    <a:lumMod val="50000"/>
                  </a:schemeClr>
                </a:solidFill>
                <a:latin typeface="Segoe UI" panose="020B0502040204020203" pitchFamily="34" charset="0"/>
                <a:cs typeface="Segoe UI" panose="020B0502040204020203" pitchFamily="34" charset="0"/>
              </a:rPr>
              <a:t>+1 877 638 9683</a:t>
            </a:r>
          </a:p>
        </p:txBody>
      </p:sp>
      <p:sp>
        <p:nvSpPr>
          <p:cNvPr id="11" name="Freeform 88">
            <a:extLst>
              <a:ext uri="{FF2B5EF4-FFF2-40B4-BE49-F238E27FC236}">
                <a16:creationId xmlns:a16="http://schemas.microsoft.com/office/drawing/2014/main" id="{A4960E3F-56ED-E3BE-CA40-BDE136FE8B17}"/>
              </a:ext>
            </a:extLst>
          </p:cNvPr>
          <p:cNvSpPr>
            <a:spLocks noEditPoints="1"/>
          </p:cNvSpPr>
          <p:nvPr userDrawn="1"/>
        </p:nvSpPr>
        <p:spPr bwMode="auto">
          <a:xfrm>
            <a:off x="8173200" y="5136444"/>
            <a:ext cx="214269" cy="364419"/>
          </a:xfrm>
          <a:custGeom>
            <a:avLst/>
            <a:gdLst/>
            <a:ahLst/>
            <a:cxnLst>
              <a:cxn ang="0">
                <a:pos x="124" y="232"/>
              </a:cxn>
              <a:cxn ang="0">
                <a:pos x="12" y="232"/>
              </a:cxn>
              <a:cxn ang="0">
                <a:pos x="0" y="220"/>
              </a:cxn>
              <a:cxn ang="0">
                <a:pos x="0" y="12"/>
              </a:cxn>
              <a:cxn ang="0">
                <a:pos x="12" y="0"/>
              </a:cxn>
              <a:cxn ang="0">
                <a:pos x="124" y="0"/>
              </a:cxn>
              <a:cxn ang="0">
                <a:pos x="136" y="12"/>
              </a:cxn>
              <a:cxn ang="0">
                <a:pos x="136" y="220"/>
              </a:cxn>
              <a:cxn ang="0">
                <a:pos x="124" y="232"/>
              </a:cxn>
              <a:cxn ang="0">
                <a:pos x="68" y="220"/>
              </a:cxn>
              <a:cxn ang="0">
                <a:pos x="76" y="212"/>
              </a:cxn>
              <a:cxn ang="0">
                <a:pos x="68" y="204"/>
              </a:cxn>
              <a:cxn ang="0">
                <a:pos x="60" y="212"/>
              </a:cxn>
              <a:cxn ang="0">
                <a:pos x="68" y="220"/>
              </a:cxn>
              <a:cxn ang="0">
                <a:pos x="124" y="24"/>
              </a:cxn>
              <a:cxn ang="0">
                <a:pos x="120" y="24"/>
              </a:cxn>
              <a:cxn ang="0">
                <a:pos x="16" y="24"/>
              </a:cxn>
              <a:cxn ang="0">
                <a:pos x="12" y="24"/>
              </a:cxn>
              <a:cxn ang="0">
                <a:pos x="12" y="192"/>
              </a:cxn>
              <a:cxn ang="0">
                <a:pos x="16" y="192"/>
              </a:cxn>
              <a:cxn ang="0">
                <a:pos x="120" y="192"/>
              </a:cxn>
              <a:cxn ang="0">
                <a:pos x="124" y="192"/>
              </a:cxn>
              <a:cxn ang="0">
                <a:pos x="124" y="24"/>
              </a:cxn>
            </a:cxnLst>
            <a:rect l="0" t="0" r="r" b="b"/>
            <a:pathLst>
              <a:path w="136" h="232">
                <a:moveTo>
                  <a:pt x="124" y="232"/>
                </a:moveTo>
                <a:cubicBezTo>
                  <a:pt x="12" y="232"/>
                  <a:pt x="12" y="232"/>
                  <a:pt x="12" y="232"/>
                </a:cubicBezTo>
                <a:cubicBezTo>
                  <a:pt x="5" y="232"/>
                  <a:pt x="0" y="227"/>
                  <a:pt x="0" y="220"/>
                </a:cubicBezTo>
                <a:cubicBezTo>
                  <a:pt x="0" y="12"/>
                  <a:pt x="0" y="12"/>
                  <a:pt x="0" y="12"/>
                </a:cubicBezTo>
                <a:cubicBezTo>
                  <a:pt x="0" y="5"/>
                  <a:pt x="5" y="0"/>
                  <a:pt x="12" y="0"/>
                </a:cubicBezTo>
                <a:cubicBezTo>
                  <a:pt x="124" y="0"/>
                  <a:pt x="124" y="0"/>
                  <a:pt x="124" y="0"/>
                </a:cubicBezTo>
                <a:cubicBezTo>
                  <a:pt x="131" y="0"/>
                  <a:pt x="136" y="5"/>
                  <a:pt x="136" y="12"/>
                </a:cubicBezTo>
                <a:cubicBezTo>
                  <a:pt x="136" y="220"/>
                  <a:pt x="136" y="220"/>
                  <a:pt x="136" y="220"/>
                </a:cubicBezTo>
                <a:cubicBezTo>
                  <a:pt x="136" y="227"/>
                  <a:pt x="131" y="232"/>
                  <a:pt x="124" y="232"/>
                </a:cubicBezTo>
                <a:moveTo>
                  <a:pt x="68" y="220"/>
                </a:moveTo>
                <a:cubicBezTo>
                  <a:pt x="72" y="220"/>
                  <a:pt x="76" y="216"/>
                  <a:pt x="76" y="212"/>
                </a:cubicBezTo>
                <a:cubicBezTo>
                  <a:pt x="76" y="208"/>
                  <a:pt x="72" y="204"/>
                  <a:pt x="68" y="204"/>
                </a:cubicBezTo>
                <a:cubicBezTo>
                  <a:pt x="64" y="204"/>
                  <a:pt x="60" y="208"/>
                  <a:pt x="60" y="212"/>
                </a:cubicBezTo>
                <a:cubicBezTo>
                  <a:pt x="60" y="216"/>
                  <a:pt x="64" y="220"/>
                  <a:pt x="68" y="220"/>
                </a:cubicBezTo>
                <a:moveTo>
                  <a:pt x="124" y="24"/>
                </a:moveTo>
                <a:cubicBezTo>
                  <a:pt x="120" y="24"/>
                  <a:pt x="120" y="24"/>
                  <a:pt x="120" y="24"/>
                </a:cubicBezTo>
                <a:cubicBezTo>
                  <a:pt x="16" y="24"/>
                  <a:pt x="16" y="24"/>
                  <a:pt x="16" y="24"/>
                </a:cubicBezTo>
                <a:cubicBezTo>
                  <a:pt x="12" y="24"/>
                  <a:pt x="12" y="24"/>
                  <a:pt x="12" y="24"/>
                </a:cubicBezTo>
                <a:cubicBezTo>
                  <a:pt x="12" y="192"/>
                  <a:pt x="12" y="192"/>
                  <a:pt x="12" y="192"/>
                </a:cubicBezTo>
                <a:cubicBezTo>
                  <a:pt x="16" y="192"/>
                  <a:pt x="16" y="192"/>
                  <a:pt x="16" y="192"/>
                </a:cubicBezTo>
                <a:cubicBezTo>
                  <a:pt x="120" y="192"/>
                  <a:pt x="120" y="192"/>
                  <a:pt x="120" y="192"/>
                </a:cubicBezTo>
                <a:cubicBezTo>
                  <a:pt x="124" y="192"/>
                  <a:pt x="124" y="192"/>
                  <a:pt x="124" y="192"/>
                </a:cubicBezTo>
                <a:lnTo>
                  <a:pt x="124" y="24"/>
                </a:lnTo>
                <a:close/>
              </a:path>
            </a:pathLst>
          </a:custGeom>
          <a:solidFill>
            <a:srgbClr val="00B0F0"/>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solidFill>
                <a:schemeClr val="bg1">
                  <a:lumMod val="50000"/>
                </a:schemeClr>
              </a:solidFill>
            </a:endParaRPr>
          </a:p>
        </p:txBody>
      </p:sp>
      <p:sp>
        <p:nvSpPr>
          <p:cNvPr id="12" name="Inhaltsplatzhalter 4">
            <a:extLst>
              <a:ext uri="{FF2B5EF4-FFF2-40B4-BE49-F238E27FC236}">
                <a16:creationId xmlns:a16="http://schemas.microsoft.com/office/drawing/2014/main" id="{A17978E2-51F9-27EC-5F7D-A8D06D6628F6}"/>
              </a:ext>
            </a:extLst>
          </p:cNvPr>
          <p:cNvSpPr txBox="1">
            <a:spLocks/>
          </p:cNvSpPr>
          <p:nvPr userDrawn="1"/>
        </p:nvSpPr>
        <p:spPr>
          <a:xfrm>
            <a:off x="8690504" y="6122559"/>
            <a:ext cx="3144309" cy="303738"/>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1467">
                <a:solidFill>
                  <a:schemeClr val="bg1">
                    <a:lumMod val="50000"/>
                  </a:schemeClr>
                </a:solidFill>
                <a:latin typeface="Segoe UI" panose="020B0502040204020203" pitchFamily="34" charset="0"/>
                <a:cs typeface="Segoe UI" panose="020B0502040204020203" pitchFamily="34" charset="0"/>
              </a:rPr>
              <a:t>netwoven.com</a:t>
            </a:r>
          </a:p>
        </p:txBody>
      </p:sp>
      <p:sp>
        <p:nvSpPr>
          <p:cNvPr id="14" name="Freeform 216">
            <a:extLst>
              <a:ext uri="{FF2B5EF4-FFF2-40B4-BE49-F238E27FC236}">
                <a16:creationId xmlns:a16="http://schemas.microsoft.com/office/drawing/2014/main" id="{2CC810FA-6B23-A5ED-93AC-52AED821269E}"/>
              </a:ext>
            </a:extLst>
          </p:cNvPr>
          <p:cNvSpPr>
            <a:spLocks noEditPoints="1"/>
          </p:cNvSpPr>
          <p:nvPr userDrawn="1"/>
        </p:nvSpPr>
        <p:spPr bwMode="auto">
          <a:xfrm>
            <a:off x="8128000" y="6152854"/>
            <a:ext cx="349477" cy="349477"/>
          </a:xfrm>
          <a:custGeom>
            <a:avLst/>
            <a:gdLst/>
            <a:ahLst/>
            <a:cxnLst>
              <a:cxn ang="0">
                <a:pos x="229" y="140"/>
              </a:cxn>
              <a:cxn ang="0">
                <a:pos x="59" y="53"/>
              </a:cxn>
              <a:cxn ang="0">
                <a:pos x="84" y="39"/>
              </a:cxn>
              <a:cxn ang="0">
                <a:pos x="86" y="43"/>
              </a:cxn>
              <a:cxn ang="0">
                <a:pos x="85" y="47"/>
              </a:cxn>
              <a:cxn ang="0">
                <a:pos x="88" y="51"/>
              </a:cxn>
              <a:cxn ang="0">
                <a:pos x="77" y="59"/>
              </a:cxn>
              <a:cxn ang="0">
                <a:pos x="73" y="67"/>
              </a:cxn>
              <a:cxn ang="0">
                <a:pos x="69" y="74"/>
              </a:cxn>
              <a:cxn ang="0">
                <a:pos x="61" y="71"/>
              </a:cxn>
              <a:cxn ang="0">
                <a:pos x="58" y="67"/>
              </a:cxn>
              <a:cxn ang="0">
                <a:pos x="58" y="60"/>
              </a:cxn>
              <a:cxn ang="0">
                <a:pos x="58" y="56"/>
              </a:cxn>
              <a:cxn ang="0">
                <a:pos x="47" y="66"/>
              </a:cxn>
              <a:cxn ang="0">
                <a:pos x="40" y="74"/>
              </a:cxn>
              <a:cxn ang="0">
                <a:pos x="53" y="94"/>
              </a:cxn>
              <a:cxn ang="0">
                <a:pos x="48" y="103"/>
              </a:cxn>
              <a:cxn ang="0">
                <a:pos x="42" y="103"/>
              </a:cxn>
              <a:cxn ang="0">
                <a:pos x="34" y="113"/>
              </a:cxn>
              <a:cxn ang="0">
                <a:pos x="32" y="113"/>
              </a:cxn>
              <a:cxn ang="0">
                <a:pos x="32" y="116"/>
              </a:cxn>
              <a:cxn ang="0">
                <a:pos x="29" y="134"/>
              </a:cxn>
              <a:cxn ang="0">
                <a:pos x="44" y="154"/>
              </a:cxn>
              <a:cxn ang="0">
                <a:pos x="69" y="187"/>
              </a:cxn>
              <a:cxn ang="0">
                <a:pos x="222" y="132"/>
              </a:cxn>
              <a:cxn ang="0">
                <a:pos x="204" y="140"/>
              </a:cxn>
              <a:cxn ang="0">
                <a:pos x="168" y="115"/>
              </a:cxn>
              <a:cxn ang="0">
                <a:pos x="166" y="135"/>
              </a:cxn>
              <a:cxn ang="0">
                <a:pos x="143" y="104"/>
              </a:cxn>
              <a:cxn ang="0">
                <a:pos x="156" y="93"/>
              </a:cxn>
              <a:cxn ang="0">
                <a:pos x="143" y="101"/>
              </a:cxn>
              <a:cxn ang="0">
                <a:pos x="139" y="105"/>
              </a:cxn>
              <a:cxn ang="0">
                <a:pos x="129" y="98"/>
              </a:cxn>
              <a:cxn ang="0">
                <a:pos x="111" y="105"/>
              </a:cxn>
              <a:cxn ang="0">
                <a:pos x="110" y="91"/>
              </a:cxn>
              <a:cxn ang="0">
                <a:pos x="120" y="81"/>
              </a:cxn>
              <a:cxn ang="0">
                <a:pos x="132" y="79"/>
              </a:cxn>
              <a:cxn ang="0">
                <a:pos x="141" y="70"/>
              </a:cxn>
              <a:cxn ang="0">
                <a:pos x="134" y="71"/>
              </a:cxn>
              <a:cxn ang="0">
                <a:pos x="124" y="72"/>
              </a:cxn>
              <a:cxn ang="0">
                <a:pos x="119" y="67"/>
              </a:cxn>
              <a:cxn ang="0">
                <a:pos x="136" y="53"/>
              </a:cxn>
              <a:cxn ang="0">
                <a:pos x="161" y="59"/>
              </a:cxn>
              <a:cxn ang="0">
                <a:pos x="181" y="41"/>
              </a:cxn>
              <a:cxn ang="0">
                <a:pos x="173" y="91"/>
              </a:cxn>
              <a:cxn ang="0">
                <a:pos x="175" y="100"/>
              </a:cxn>
              <a:cxn ang="0">
                <a:pos x="138" y="28"/>
              </a:cxn>
              <a:cxn ang="0">
                <a:pos x="133" y="30"/>
              </a:cxn>
              <a:cxn ang="0">
                <a:pos x="106" y="76"/>
              </a:cxn>
              <a:cxn ang="0">
                <a:pos x="100" y="84"/>
              </a:cxn>
              <a:cxn ang="0">
                <a:pos x="121" y="106"/>
              </a:cxn>
              <a:cxn ang="0">
                <a:pos x="159" y="133"/>
              </a:cxn>
              <a:cxn ang="0">
                <a:pos x="156" y="171"/>
              </a:cxn>
              <a:cxn ang="0">
                <a:pos x="127" y="166"/>
              </a:cxn>
              <a:cxn ang="0">
                <a:pos x="100" y="143"/>
              </a:cxn>
              <a:cxn ang="0">
                <a:pos x="84" y="62"/>
              </a:cxn>
              <a:cxn ang="0">
                <a:pos x="165" y="169"/>
              </a:cxn>
              <a:cxn ang="0">
                <a:pos x="140" y="107"/>
              </a:cxn>
              <a:cxn ang="0">
                <a:pos x="123" y="99"/>
              </a:cxn>
              <a:cxn ang="0">
                <a:pos x="85" y="48"/>
              </a:cxn>
              <a:cxn ang="0">
                <a:pos x="57" y="96"/>
              </a:cxn>
              <a:cxn ang="0">
                <a:pos x="41" y="137"/>
              </a:cxn>
              <a:cxn ang="0">
                <a:pos x="206" y="140"/>
              </a:cxn>
            </a:cxnLst>
            <a:rect l="0" t="0" r="r" b="b"/>
            <a:pathLst>
              <a:path w="256" h="256">
                <a:moveTo>
                  <a:pt x="128" y="256"/>
                </a:moveTo>
                <a:cubicBezTo>
                  <a:pt x="57" y="256"/>
                  <a:pt x="0" y="199"/>
                  <a:pt x="0" y="128"/>
                </a:cubicBezTo>
                <a:cubicBezTo>
                  <a:pt x="0" y="57"/>
                  <a:pt x="57" y="0"/>
                  <a:pt x="128" y="0"/>
                </a:cubicBezTo>
                <a:cubicBezTo>
                  <a:pt x="199" y="0"/>
                  <a:pt x="256" y="57"/>
                  <a:pt x="256" y="128"/>
                </a:cubicBezTo>
                <a:cubicBezTo>
                  <a:pt x="256" y="199"/>
                  <a:pt x="199" y="256"/>
                  <a:pt x="128" y="256"/>
                </a:cubicBezTo>
                <a:moveTo>
                  <a:pt x="200" y="53"/>
                </a:moveTo>
                <a:cubicBezTo>
                  <a:pt x="199" y="53"/>
                  <a:pt x="199" y="53"/>
                  <a:pt x="198" y="53"/>
                </a:cubicBezTo>
                <a:cubicBezTo>
                  <a:pt x="198" y="53"/>
                  <a:pt x="198" y="52"/>
                  <a:pt x="198" y="52"/>
                </a:cubicBezTo>
                <a:cubicBezTo>
                  <a:pt x="198" y="52"/>
                  <a:pt x="198" y="52"/>
                  <a:pt x="198" y="51"/>
                </a:cubicBezTo>
                <a:cubicBezTo>
                  <a:pt x="198" y="51"/>
                  <a:pt x="197" y="51"/>
                  <a:pt x="197" y="50"/>
                </a:cubicBezTo>
                <a:cubicBezTo>
                  <a:pt x="197" y="50"/>
                  <a:pt x="197" y="50"/>
                  <a:pt x="197" y="50"/>
                </a:cubicBezTo>
                <a:cubicBezTo>
                  <a:pt x="197" y="51"/>
                  <a:pt x="197" y="51"/>
                  <a:pt x="197" y="51"/>
                </a:cubicBezTo>
                <a:cubicBezTo>
                  <a:pt x="197" y="51"/>
                  <a:pt x="197" y="51"/>
                  <a:pt x="197" y="52"/>
                </a:cubicBezTo>
                <a:cubicBezTo>
                  <a:pt x="197" y="52"/>
                  <a:pt x="197" y="53"/>
                  <a:pt x="197" y="53"/>
                </a:cubicBezTo>
                <a:cubicBezTo>
                  <a:pt x="197" y="54"/>
                  <a:pt x="197" y="54"/>
                  <a:pt x="198" y="54"/>
                </a:cubicBezTo>
                <a:cubicBezTo>
                  <a:pt x="198" y="55"/>
                  <a:pt x="198" y="55"/>
                  <a:pt x="197" y="55"/>
                </a:cubicBezTo>
                <a:cubicBezTo>
                  <a:pt x="197" y="55"/>
                  <a:pt x="197" y="56"/>
                  <a:pt x="197" y="56"/>
                </a:cubicBezTo>
                <a:cubicBezTo>
                  <a:pt x="197" y="56"/>
                  <a:pt x="197" y="57"/>
                  <a:pt x="196" y="57"/>
                </a:cubicBezTo>
                <a:cubicBezTo>
                  <a:pt x="196" y="57"/>
                  <a:pt x="196" y="57"/>
                  <a:pt x="195" y="57"/>
                </a:cubicBezTo>
                <a:cubicBezTo>
                  <a:pt x="196" y="58"/>
                  <a:pt x="196" y="58"/>
                  <a:pt x="196" y="58"/>
                </a:cubicBezTo>
                <a:cubicBezTo>
                  <a:pt x="195" y="58"/>
                  <a:pt x="195" y="58"/>
                  <a:pt x="195" y="58"/>
                </a:cubicBezTo>
                <a:cubicBezTo>
                  <a:pt x="195" y="58"/>
                  <a:pt x="194" y="58"/>
                  <a:pt x="194" y="58"/>
                </a:cubicBezTo>
                <a:cubicBezTo>
                  <a:pt x="194" y="58"/>
                  <a:pt x="193" y="58"/>
                  <a:pt x="193" y="58"/>
                </a:cubicBezTo>
                <a:cubicBezTo>
                  <a:pt x="193" y="59"/>
                  <a:pt x="194" y="59"/>
                  <a:pt x="195" y="59"/>
                </a:cubicBezTo>
                <a:cubicBezTo>
                  <a:pt x="195" y="59"/>
                  <a:pt x="195" y="59"/>
                  <a:pt x="195" y="59"/>
                </a:cubicBezTo>
                <a:cubicBezTo>
                  <a:pt x="196" y="59"/>
                  <a:pt x="196" y="59"/>
                  <a:pt x="196" y="59"/>
                </a:cubicBezTo>
                <a:cubicBezTo>
                  <a:pt x="197" y="58"/>
                  <a:pt x="197" y="58"/>
                  <a:pt x="198" y="58"/>
                </a:cubicBezTo>
                <a:cubicBezTo>
                  <a:pt x="198" y="57"/>
                  <a:pt x="198" y="57"/>
                  <a:pt x="198" y="57"/>
                </a:cubicBezTo>
                <a:cubicBezTo>
                  <a:pt x="199" y="57"/>
                  <a:pt x="199" y="57"/>
                  <a:pt x="199" y="57"/>
                </a:cubicBezTo>
                <a:cubicBezTo>
                  <a:pt x="199" y="56"/>
                  <a:pt x="199" y="56"/>
                  <a:pt x="199" y="56"/>
                </a:cubicBezTo>
                <a:cubicBezTo>
                  <a:pt x="199" y="55"/>
                  <a:pt x="199" y="55"/>
                  <a:pt x="199" y="55"/>
                </a:cubicBezTo>
                <a:cubicBezTo>
                  <a:pt x="199" y="54"/>
                  <a:pt x="200" y="54"/>
                  <a:pt x="201" y="54"/>
                </a:cubicBezTo>
                <a:cubicBezTo>
                  <a:pt x="201" y="54"/>
                  <a:pt x="200" y="53"/>
                  <a:pt x="200" y="53"/>
                </a:cubicBezTo>
                <a:cubicBezTo>
                  <a:pt x="200" y="53"/>
                  <a:pt x="200" y="53"/>
                  <a:pt x="200" y="53"/>
                </a:cubicBezTo>
                <a:moveTo>
                  <a:pt x="203" y="56"/>
                </a:moveTo>
                <a:cubicBezTo>
                  <a:pt x="203" y="56"/>
                  <a:pt x="203" y="56"/>
                  <a:pt x="202" y="56"/>
                </a:cubicBezTo>
                <a:cubicBezTo>
                  <a:pt x="202" y="56"/>
                  <a:pt x="202" y="56"/>
                  <a:pt x="202" y="56"/>
                </a:cubicBezTo>
                <a:cubicBezTo>
                  <a:pt x="202" y="56"/>
                  <a:pt x="203" y="56"/>
                  <a:pt x="203" y="56"/>
                </a:cubicBezTo>
                <a:cubicBezTo>
                  <a:pt x="202" y="55"/>
                  <a:pt x="202" y="55"/>
                  <a:pt x="202" y="55"/>
                </a:cubicBezTo>
                <a:cubicBezTo>
                  <a:pt x="202" y="55"/>
                  <a:pt x="202" y="56"/>
                  <a:pt x="202" y="56"/>
                </a:cubicBezTo>
                <a:cubicBezTo>
                  <a:pt x="202" y="57"/>
                  <a:pt x="203" y="57"/>
                  <a:pt x="203" y="56"/>
                </a:cubicBezTo>
                <a:cubicBezTo>
                  <a:pt x="203" y="56"/>
                  <a:pt x="203" y="56"/>
                  <a:pt x="203" y="56"/>
                </a:cubicBezTo>
                <a:moveTo>
                  <a:pt x="231" y="143"/>
                </a:moveTo>
                <a:cubicBezTo>
                  <a:pt x="231" y="141"/>
                  <a:pt x="231" y="138"/>
                  <a:pt x="232" y="136"/>
                </a:cubicBezTo>
                <a:cubicBezTo>
                  <a:pt x="232" y="136"/>
                  <a:pt x="232" y="136"/>
                  <a:pt x="232" y="136"/>
                </a:cubicBezTo>
                <a:cubicBezTo>
                  <a:pt x="231" y="136"/>
                  <a:pt x="231" y="136"/>
                  <a:pt x="231" y="136"/>
                </a:cubicBezTo>
                <a:cubicBezTo>
                  <a:pt x="231" y="135"/>
                  <a:pt x="231" y="136"/>
                  <a:pt x="230" y="136"/>
                </a:cubicBezTo>
                <a:cubicBezTo>
                  <a:pt x="230" y="136"/>
                  <a:pt x="230" y="136"/>
                  <a:pt x="230" y="136"/>
                </a:cubicBezTo>
                <a:cubicBezTo>
                  <a:pt x="230" y="135"/>
                  <a:pt x="230" y="135"/>
                  <a:pt x="230" y="135"/>
                </a:cubicBezTo>
                <a:cubicBezTo>
                  <a:pt x="229" y="135"/>
                  <a:pt x="229" y="135"/>
                  <a:pt x="229" y="135"/>
                </a:cubicBezTo>
                <a:cubicBezTo>
                  <a:pt x="229" y="135"/>
                  <a:pt x="229" y="135"/>
                  <a:pt x="229" y="136"/>
                </a:cubicBezTo>
                <a:cubicBezTo>
                  <a:pt x="229" y="136"/>
                  <a:pt x="229" y="136"/>
                  <a:pt x="229" y="136"/>
                </a:cubicBezTo>
                <a:cubicBezTo>
                  <a:pt x="228" y="137"/>
                  <a:pt x="227" y="139"/>
                  <a:pt x="228" y="140"/>
                </a:cubicBezTo>
                <a:cubicBezTo>
                  <a:pt x="228" y="140"/>
                  <a:pt x="228" y="140"/>
                  <a:pt x="229" y="140"/>
                </a:cubicBezTo>
                <a:cubicBezTo>
                  <a:pt x="229" y="140"/>
                  <a:pt x="229" y="140"/>
                  <a:pt x="229" y="141"/>
                </a:cubicBezTo>
                <a:cubicBezTo>
                  <a:pt x="229" y="140"/>
                  <a:pt x="229" y="140"/>
                  <a:pt x="229" y="140"/>
                </a:cubicBezTo>
                <a:cubicBezTo>
                  <a:pt x="229" y="142"/>
                  <a:pt x="229" y="143"/>
                  <a:pt x="231" y="142"/>
                </a:cubicBezTo>
                <a:cubicBezTo>
                  <a:pt x="231" y="143"/>
                  <a:pt x="231" y="143"/>
                  <a:pt x="231" y="143"/>
                </a:cubicBezTo>
                <a:moveTo>
                  <a:pt x="28" y="153"/>
                </a:moveTo>
                <a:cubicBezTo>
                  <a:pt x="28" y="152"/>
                  <a:pt x="27" y="152"/>
                  <a:pt x="28" y="151"/>
                </a:cubicBezTo>
                <a:cubicBezTo>
                  <a:pt x="28" y="151"/>
                  <a:pt x="29" y="151"/>
                  <a:pt x="29" y="151"/>
                </a:cubicBezTo>
                <a:cubicBezTo>
                  <a:pt x="29" y="151"/>
                  <a:pt x="29" y="151"/>
                  <a:pt x="29" y="152"/>
                </a:cubicBezTo>
                <a:cubicBezTo>
                  <a:pt x="29" y="152"/>
                  <a:pt x="29" y="151"/>
                  <a:pt x="29" y="151"/>
                </a:cubicBezTo>
                <a:cubicBezTo>
                  <a:pt x="29" y="151"/>
                  <a:pt x="29" y="151"/>
                  <a:pt x="29" y="151"/>
                </a:cubicBezTo>
                <a:cubicBezTo>
                  <a:pt x="30" y="151"/>
                  <a:pt x="31" y="151"/>
                  <a:pt x="31" y="151"/>
                </a:cubicBezTo>
                <a:cubicBezTo>
                  <a:pt x="31" y="150"/>
                  <a:pt x="30" y="150"/>
                  <a:pt x="30" y="150"/>
                </a:cubicBezTo>
                <a:cubicBezTo>
                  <a:pt x="30" y="149"/>
                  <a:pt x="31" y="150"/>
                  <a:pt x="31" y="150"/>
                </a:cubicBezTo>
                <a:cubicBezTo>
                  <a:pt x="31" y="150"/>
                  <a:pt x="31" y="150"/>
                  <a:pt x="31" y="150"/>
                </a:cubicBezTo>
                <a:cubicBezTo>
                  <a:pt x="31" y="149"/>
                  <a:pt x="31" y="149"/>
                  <a:pt x="31" y="149"/>
                </a:cubicBezTo>
                <a:cubicBezTo>
                  <a:pt x="31" y="149"/>
                  <a:pt x="30" y="149"/>
                  <a:pt x="30" y="149"/>
                </a:cubicBezTo>
                <a:cubicBezTo>
                  <a:pt x="30" y="149"/>
                  <a:pt x="30" y="149"/>
                  <a:pt x="29" y="149"/>
                </a:cubicBezTo>
                <a:cubicBezTo>
                  <a:pt x="29" y="149"/>
                  <a:pt x="29" y="149"/>
                  <a:pt x="29" y="149"/>
                </a:cubicBezTo>
                <a:cubicBezTo>
                  <a:pt x="28" y="149"/>
                  <a:pt x="28" y="149"/>
                  <a:pt x="28" y="150"/>
                </a:cubicBezTo>
                <a:cubicBezTo>
                  <a:pt x="28" y="150"/>
                  <a:pt x="28" y="150"/>
                  <a:pt x="28" y="150"/>
                </a:cubicBezTo>
                <a:cubicBezTo>
                  <a:pt x="28" y="150"/>
                  <a:pt x="28" y="151"/>
                  <a:pt x="27" y="151"/>
                </a:cubicBezTo>
                <a:cubicBezTo>
                  <a:pt x="27" y="151"/>
                  <a:pt x="27" y="151"/>
                  <a:pt x="27" y="151"/>
                </a:cubicBezTo>
                <a:cubicBezTo>
                  <a:pt x="27" y="150"/>
                  <a:pt x="27" y="150"/>
                  <a:pt x="27" y="150"/>
                </a:cubicBezTo>
                <a:cubicBezTo>
                  <a:pt x="27" y="150"/>
                  <a:pt x="27" y="150"/>
                  <a:pt x="27" y="150"/>
                </a:cubicBezTo>
                <a:cubicBezTo>
                  <a:pt x="27" y="150"/>
                  <a:pt x="27" y="150"/>
                  <a:pt x="27" y="150"/>
                </a:cubicBezTo>
                <a:cubicBezTo>
                  <a:pt x="27" y="150"/>
                  <a:pt x="27" y="150"/>
                  <a:pt x="26" y="150"/>
                </a:cubicBezTo>
                <a:cubicBezTo>
                  <a:pt x="26" y="150"/>
                  <a:pt x="26" y="150"/>
                  <a:pt x="26" y="150"/>
                </a:cubicBezTo>
                <a:cubicBezTo>
                  <a:pt x="27" y="151"/>
                  <a:pt x="27" y="152"/>
                  <a:pt x="27" y="153"/>
                </a:cubicBezTo>
                <a:cubicBezTo>
                  <a:pt x="27" y="153"/>
                  <a:pt x="27" y="153"/>
                  <a:pt x="28" y="153"/>
                </a:cubicBezTo>
                <a:moveTo>
                  <a:pt x="32" y="112"/>
                </a:moveTo>
                <a:cubicBezTo>
                  <a:pt x="32" y="112"/>
                  <a:pt x="32" y="112"/>
                  <a:pt x="32" y="112"/>
                </a:cubicBezTo>
                <a:cubicBezTo>
                  <a:pt x="32" y="112"/>
                  <a:pt x="32" y="112"/>
                  <a:pt x="32" y="112"/>
                </a:cubicBezTo>
                <a:cubicBezTo>
                  <a:pt x="32" y="112"/>
                  <a:pt x="32" y="112"/>
                  <a:pt x="32" y="112"/>
                </a:cubicBezTo>
                <a:moveTo>
                  <a:pt x="30" y="94"/>
                </a:moveTo>
                <a:cubicBezTo>
                  <a:pt x="30" y="94"/>
                  <a:pt x="30" y="94"/>
                  <a:pt x="30" y="94"/>
                </a:cubicBezTo>
                <a:cubicBezTo>
                  <a:pt x="30" y="94"/>
                  <a:pt x="30" y="93"/>
                  <a:pt x="30" y="93"/>
                </a:cubicBezTo>
                <a:cubicBezTo>
                  <a:pt x="30" y="93"/>
                  <a:pt x="30" y="94"/>
                  <a:pt x="30" y="94"/>
                </a:cubicBezTo>
                <a:moveTo>
                  <a:pt x="59" y="53"/>
                </a:moveTo>
                <a:cubicBezTo>
                  <a:pt x="59" y="53"/>
                  <a:pt x="59" y="53"/>
                  <a:pt x="59" y="53"/>
                </a:cubicBezTo>
                <a:cubicBezTo>
                  <a:pt x="58" y="53"/>
                  <a:pt x="58" y="53"/>
                  <a:pt x="58" y="53"/>
                </a:cubicBezTo>
                <a:cubicBezTo>
                  <a:pt x="58" y="53"/>
                  <a:pt x="58" y="53"/>
                  <a:pt x="58" y="53"/>
                </a:cubicBezTo>
                <a:cubicBezTo>
                  <a:pt x="58" y="53"/>
                  <a:pt x="58" y="53"/>
                  <a:pt x="58" y="53"/>
                </a:cubicBezTo>
                <a:cubicBezTo>
                  <a:pt x="58" y="53"/>
                  <a:pt x="58" y="53"/>
                  <a:pt x="59" y="53"/>
                </a:cubicBezTo>
                <a:cubicBezTo>
                  <a:pt x="59" y="53"/>
                  <a:pt x="59" y="53"/>
                  <a:pt x="59" y="53"/>
                </a:cubicBezTo>
                <a:cubicBezTo>
                  <a:pt x="59" y="53"/>
                  <a:pt x="58" y="53"/>
                  <a:pt x="58" y="53"/>
                </a:cubicBezTo>
                <a:cubicBezTo>
                  <a:pt x="58" y="53"/>
                  <a:pt x="58" y="53"/>
                  <a:pt x="59" y="52"/>
                </a:cubicBezTo>
                <a:cubicBezTo>
                  <a:pt x="58" y="52"/>
                  <a:pt x="57" y="52"/>
                  <a:pt x="57" y="52"/>
                </a:cubicBezTo>
                <a:cubicBezTo>
                  <a:pt x="57" y="52"/>
                  <a:pt x="57" y="52"/>
                  <a:pt x="57" y="52"/>
                </a:cubicBezTo>
                <a:cubicBezTo>
                  <a:pt x="57" y="52"/>
                  <a:pt x="57" y="52"/>
                  <a:pt x="57" y="52"/>
                </a:cubicBezTo>
                <a:cubicBezTo>
                  <a:pt x="58" y="52"/>
                  <a:pt x="58" y="52"/>
                  <a:pt x="58" y="52"/>
                </a:cubicBezTo>
                <a:cubicBezTo>
                  <a:pt x="58" y="52"/>
                  <a:pt x="58" y="52"/>
                  <a:pt x="58" y="52"/>
                </a:cubicBezTo>
                <a:cubicBezTo>
                  <a:pt x="58" y="52"/>
                  <a:pt x="58" y="52"/>
                  <a:pt x="58" y="52"/>
                </a:cubicBezTo>
                <a:cubicBezTo>
                  <a:pt x="58" y="52"/>
                  <a:pt x="58" y="52"/>
                  <a:pt x="58" y="52"/>
                </a:cubicBezTo>
                <a:cubicBezTo>
                  <a:pt x="57" y="52"/>
                  <a:pt x="57" y="52"/>
                  <a:pt x="56" y="53"/>
                </a:cubicBezTo>
                <a:cubicBezTo>
                  <a:pt x="57" y="53"/>
                  <a:pt x="57" y="53"/>
                  <a:pt x="57" y="53"/>
                </a:cubicBezTo>
                <a:cubicBezTo>
                  <a:pt x="57" y="53"/>
                  <a:pt x="58" y="53"/>
                  <a:pt x="58" y="53"/>
                </a:cubicBezTo>
                <a:cubicBezTo>
                  <a:pt x="58" y="53"/>
                  <a:pt x="59" y="53"/>
                  <a:pt x="59" y="53"/>
                </a:cubicBezTo>
                <a:cubicBezTo>
                  <a:pt x="59" y="53"/>
                  <a:pt x="59" y="53"/>
                  <a:pt x="59" y="53"/>
                </a:cubicBezTo>
                <a:cubicBezTo>
                  <a:pt x="59" y="53"/>
                  <a:pt x="59" y="53"/>
                  <a:pt x="59" y="53"/>
                </a:cubicBezTo>
                <a:moveTo>
                  <a:pt x="54" y="55"/>
                </a:moveTo>
                <a:cubicBezTo>
                  <a:pt x="54" y="55"/>
                  <a:pt x="54" y="55"/>
                  <a:pt x="54" y="55"/>
                </a:cubicBezTo>
                <a:cubicBezTo>
                  <a:pt x="54" y="55"/>
                  <a:pt x="54" y="55"/>
                  <a:pt x="54" y="55"/>
                </a:cubicBezTo>
                <a:cubicBezTo>
                  <a:pt x="54" y="55"/>
                  <a:pt x="54" y="55"/>
                  <a:pt x="54" y="55"/>
                </a:cubicBezTo>
                <a:moveTo>
                  <a:pt x="83" y="34"/>
                </a:moveTo>
                <a:cubicBezTo>
                  <a:pt x="83" y="34"/>
                  <a:pt x="83" y="34"/>
                  <a:pt x="83" y="34"/>
                </a:cubicBezTo>
                <a:cubicBezTo>
                  <a:pt x="83" y="35"/>
                  <a:pt x="84" y="35"/>
                  <a:pt x="84" y="35"/>
                </a:cubicBezTo>
                <a:cubicBezTo>
                  <a:pt x="84" y="35"/>
                  <a:pt x="83" y="35"/>
                  <a:pt x="83" y="35"/>
                </a:cubicBezTo>
                <a:cubicBezTo>
                  <a:pt x="83" y="35"/>
                  <a:pt x="83" y="35"/>
                  <a:pt x="83" y="35"/>
                </a:cubicBezTo>
                <a:cubicBezTo>
                  <a:pt x="83" y="35"/>
                  <a:pt x="83" y="35"/>
                  <a:pt x="83" y="35"/>
                </a:cubicBezTo>
                <a:cubicBezTo>
                  <a:pt x="83" y="35"/>
                  <a:pt x="83" y="34"/>
                  <a:pt x="83" y="34"/>
                </a:cubicBezTo>
                <a:cubicBezTo>
                  <a:pt x="83" y="35"/>
                  <a:pt x="82" y="35"/>
                  <a:pt x="82" y="35"/>
                </a:cubicBezTo>
                <a:cubicBezTo>
                  <a:pt x="82" y="35"/>
                  <a:pt x="82" y="35"/>
                  <a:pt x="82" y="35"/>
                </a:cubicBezTo>
                <a:cubicBezTo>
                  <a:pt x="82" y="35"/>
                  <a:pt x="82" y="35"/>
                  <a:pt x="82" y="35"/>
                </a:cubicBezTo>
                <a:cubicBezTo>
                  <a:pt x="82" y="35"/>
                  <a:pt x="82" y="35"/>
                  <a:pt x="82" y="35"/>
                </a:cubicBezTo>
                <a:cubicBezTo>
                  <a:pt x="82" y="35"/>
                  <a:pt x="82" y="36"/>
                  <a:pt x="81" y="36"/>
                </a:cubicBezTo>
                <a:cubicBezTo>
                  <a:pt x="81" y="36"/>
                  <a:pt x="81" y="36"/>
                  <a:pt x="81" y="36"/>
                </a:cubicBezTo>
                <a:cubicBezTo>
                  <a:pt x="81" y="36"/>
                  <a:pt x="82" y="36"/>
                  <a:pt x="82" y="36"/>
                </a:cubicBezTo>
                <a:cubicBezTo>
                  <a:pt x="82" y="36"/>
                  <a:pt x="82" y="35"/>
                  <a:pt x="82" y="35"/>
                </a:cubicBezTo>
                <a:cubicBezTo>
                  <a:pt x="82" y="35"/>
                  <a:pt x="82" y="35"/>
                  <a:pt x="82" y="35"/>
                </a:cubicBezTo>
                <a:cubicBezTo>
                  <a:pt x="83" y="35"/>
                  <a:pt x="83" y="35"/>
                  <a:pt x="83" y="35"/>
                </a:cubicBezTo>
                <a:cubicBezTo>
                  <a:pt x="83" y="35"/>
                  <a:pt x="83" y="36"/>
                  <a:pt x="83" y="36"/>
                </a:cubicBezTo>
                <a:cubicBezTo>
                  <a:pt x="84" y="36"/>
                  <a:pt x="84" y="36"/>
                  <a:pt x="84" y="36"/>
                </a:cubicBezTo>
                <a:cubicBezTo>
                  <a:pt x="84" y="36"/>
                  <a:pt x="84" y="37"/>
                  <a:pt x="84" y="37"/>
                </a:cubicBezTo>
                <a:cubicBezTo>
                  <a:pt x="84" y="37"/>
                  <a:pt x="84" y="36"/>
                  <a:pt x="84" y="36"/>
                </a:cubicBezTo>
                <a:cubicBezTo>
                  <a:pt x="83" y="36"/>
                  <a:pt x="83" y="37"/>
                  <a:pt x="83" y="37"/>
                </a:cubicBezTo>
                <a:cubicBezTo>
                  <a:pt x="83" y="37"/>
                  <a:pt x="83" y="37"/>
                  <a:pt x="82" y="36"/>
                </a:cubicBezTo>
                <a:cubicBezTo>
                  <a:pt x="82" y="36"/>
                  <a:pt x="82" y="36"/>
                  <a:pt x="82" y="36"/>
                </a:cubicBezTo>
                <a:cubicBezTo>
                  <a:pt x="82" y="36"/>
                  <a:pt x="82" y="36"/>
                  <a:pt x="82" y="36"/>
                </a:cubicBezTo>
                <a:cubicBezTo>
                  <a:pt x="82" y="37"/>
                  <a:pt x="82" y="37"/>
                  <a:pt x="82" y="37"/>
                </a:cubicBezTo>
                <a:cubicBezTo>
                  <a:pt x="82" y="37"/>
                  <a:pt x="82" y="37"/>
                  <a:pt x="82" y="37"/>
                </a:cubicBezTo>
                <a:cubicBezTo>
                  <a:pt x="82" y="37"/>
                  <a:pt x="82"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2" y="37"/>
                  <a:pt x="82" y="37"/>
                </a:cubicBezTo>
                <a:cubicBezTo>
                  <a:pt x="82" y="37"/>
                  <a:pt x="83" y="38"/>
                  <a:pt x="83" y="38"/>
                </a:cubicBezTo>
                <a:cubicBezTo>
                  <a:pt x="83" y="37"/>
                  <a:pt x="83" y="37"/>
                  <a:pt x="84" y="37"/>
                </a:cubicBezTo>
                <a:cubicBezTo>
                  <a:pt x="84" y="37"/>
                  <a:pt x="84" y="37"/>
                  <a:pt x="84" y="37"/>
                </a:cubicBezTo>
                <a:cubicBezTo>
                  <a:pt x="84" y="38"/>
                  <a:pt x="84" y="38"/>
                  <a:pt x="84" y="38"/>
                </a:cubicBezTo>
                <a:cubicBezTo>
                  <a:pt x="84" y="38"/>
                  <a:pt x="84" y="38"/>
                  <a:pt x="84" y="38"/>
                </a:cubicBezTo>
                <a:cubicBezTo>
                  <a:pt x="85" y="38"/>
                  <a:pt x="85" y="37"/>
                  <a:pt x="85" y="37"/>
                </a:cubicBezTo>
                <a:cubicBezTo>
                  <a:pt x="85" y="37"/>
                  <a:pt x="86" y="37"/>
                  <a:pt x="86" y="38"/>
                </a:cubicBezTo>
                <a:cubicBezTo>
                  <a:pt x="86" y="38"/>
                  <a:pt x="86" y="38"/>
                  <a:pt x="85" y="38"/>
                </a:cubicBezTo>
                <a:cubicBezTo>
                  <a:pt x="85" y="38"/>
                  <a:pt x="85" y="38"/>
                  <a:pt x="85" y="38"/>
                </a:cubicBezTo>
                <a:cubicBezTo>
                  <a:pt x="85" y="38"/>
                  <a:pt x="85" y="38"/>
                  <a:pt x="85" y="38"/>
                </a:cubicBezTo>
                <a:cubicBezTo>
                  <a:pt x="84" y="38"/>
                  <a:pt x="84" y="38"/>
                  <a:pt x="84" y="38"/>
                </a:cubicBezTo>
                <a:cubicBezTo>
                  <a:pt x="84" y="38"/>
                  <a:pt x="83" y="38"/>
                  <a:pt x="83" y="38"/>
                </a:cubicBezTo>
                <a:cubicBezTo>
                  <a:pt x="83" y="38"/>
                  <a:pt x="83" y="38"/>
                  <a:pt x="83" y="38"/>
                </a:cubicBezTo>
                <a:cubicBezTo>
                  <a:pt x="83" y="38"/>
                  <a:pt x="84" y="39"/>
                  <a:pt x="84" y="39"/>
                </a:cubicBezTo>
                <a:cubicBezTo>
                  <a:pt x="84" y="39"/>
                  <a:pt x="83" y="39"/>
                  <a:pt x="83"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5" y="39"/>
                  <a:pt x="85" y="39"/>
                </a:cubicBezTo>
                <a:cubicBezTo>
                  <a:pt x="86" y="39"/>
                  <a:pt x="86" y="39"/>
                  <a:pt x="86" y="39"/>
                </a:cubicBezTo>
                <a:cubicBezTo>
                  <a:pt x="86" y="39"/>
                  <a:pt x="87" y="40"/>
                  <a:pt x="86" y="40"/>
                </a:cubicBezTo>
                <a:cubicBezTo>
                  <a:pt x="86" y="40"/>
                  <a:pt x="86" y="40"/>
                  <a:pt x="86" y="40"/>
                </a:cubicBezTo>
                <a:cubicBezTo>
                  <a:pt x="86" y="40"/>
                  <a:pt x="86" y="40"/>
                  <a:pt x="86" y="40"/>
                </a:cubicBezTo>
                <a:cubicBezTo>
                  <a:pt x="85" y="40"/>
                  <a:pt x="85" y="41"/>
                  <a:pt x="85" y="41"/>
                </a:cubicBezTo>
                <a:cubicBezTo>
                  <a:pt x="85" y="41"/>
                  <a:pt x="85" y="41"/>
                  <a:pt x="85" y="41"/>
                </a:cubicBezTo>
                <a:cubicBezTo>
                  <a:pt x="84" y="41"/>
                  <a:pt x="84" y="41"/>
                  <a:pt x="84" y="41"/>
                </a:cubicBezTo>
                <a:cubicBezTo>
                  <a:pt x="84" y="41"/>
                  <a:pt x="83" y="41"/>
                  <a:pt x="83" y="41"/>
                </a:cubicBezTo>
                <a:cubicBezTo>
                  <a:pt x="83" y="41"/>
                  <a:pt x="83" y="41"/>
                  <a:pt x="83" y="41"/>
                </a:cubicBezTo>
                <a:cubicBezTo>
                  <a:pt x="83" y="41"/>
                  <a:pt x="84" y="41"/>
                  <a:pt x="84" y="41"/>
                </a:cubicBezTo>
                <a:cubicBezTo>
                  <a:pt x="84" y="40"/>
                  <a:pt x="84" y="40"/>
                  <a:pt x="84" y="40"/>
                </a:cubicBezTo>
                <a:cubicBezTo>
                  <a:pt x="84" y="40"/>
                  <a:pt x="84" y="40"/>
                  <a:pt x="84" y="40"/>
                </a:cubicBezTo>
                <a:cubicBezTo>
                  <a:pt x="84" y="40"/>
                  <a:pt x="84" y="40"/>
                  <a:pt x="84" y="40"/>
                </a:cubicBezTo>
                <a:cubicBezTo>
                  <a:pt x="84" y="40"/>
                  <a:pt x="84" y="40"/>
                  <a:pt x="84" y="40"/>
                </a:cubicBezTo>
                <a:cubicBezTo>
                  <a:pt x="83" y="40"/>
                  <a:pt x="83" y="41"/>
                  <a:pt x="83" y="41"/>
                </a:cubicBezTo>
                <a:cubicBezTo>
                  <a:pt x="83" y="41"/>
                  <a:pt x="83" y="41"/>
                  <a:pt x="83" y="41"/>
                </a:cubicBezTo>
                <a:cubicBezTo>
                  <a:pt x="83" y="41"/>
                  <a:pt x="82" y="41"/>
                  <a:pt x="82" y="41"/>
                </a:cubicBezTo>
                <a:cubicBezTo>
                  <a:pt x="82" y="41"/>
                  <a:pt x="83" y="41"/>
                  <a:pt x="83" y="41"/>
                </a:cubicBezTo>
                <a:cubicBezTo>
                  <a:pt x="83" y="41"/>
                  <a:pt x="83" y="41"/>
                  <a:pt x="83" y="41"/>
                </a:cubicBezTo>
                <a:cubicBezTo>
                  <a:pt x="83" y="41"/>
                  <a:pt x="82" y="41"/>
                  <a:pt x="82" y="42"/>
                </a:cubicBezTo>
                <a:cubicBezTo>
                  <a:pt x="82" y="42"/>
                  <a:pt x="82" y="42"/>
                  <a:pt x="82" y="42"/>
                </a:cubicBezTo>
                <a:cubicBezTo>
                  <a:pt x="82" y="42"/>
                  <a:pt x="82" y="42"/>
                  <a:pt x="82" y="42"/>
                </a:cubicBezTo>
                <a:cubicBezTo>
                  <a:pt x="82" y="42"/>
                  <a:pt x="81" y="42"/>
                  <a:pt x="81" y="42"/>
                </a:cubicBezTo>
                <a:cubicBezTo>
                  <a:pt x="81" y="42"/>
                  <a:pt x="81" y="42"/>
                  <a:pt x="81" y="42"/>
                </a:cubicBezTo>
                <a:cubicBezTo>
                  <a:pt x="81" y="42"/>
                  <a:pt x="81" y="42"/>
                  <a:pt x="81" y="42"/>
                </a:cubicBezTo>
                <a:cubicBezTo>
                  <a:pt x="81" y="42"/>
                  <a:pt x="81" y="42"/>
                  <a:pt x="81" y="42"/>
                </a:cubicBezTo>
                <a:cubicBezTo>
                  <a:pt x="81" y="43"/>
                  <a:pt x="80" y="43"/>
                  <a:pt x="81" y="43"/>
                </a:cubicBezTo>
                <a:cubicBezTo>
                  <a:pt x="81" y="43"/>
                  <a:pt x="81" y="43"/>
                  <a:pt x="81" y="43"/>
                </a:cubicBezTo>
                <a:cubicBezTo>
                  <a:pt x="81" y="43"/>
                  <a:pt x="81" y="43"/>
                  <a:pt x="82" y="43"/>
                </a:cubicBezTo>
                <a:cubicBezTo>
                  <a:pt x="82" y="42"/>
                  <a:pt x="82" y="42"/>
                  <a:pt x="82" y="42"/>
                </a:cubicBezTo>
                <a:cubicBezTo>
                  <a:pt x="82" y="42"/>
                  <a:pt x="82" y="42"/>
                  <a:pt x="82" y="42"/>
                </a:cubicBezTo>
                <a:cubicBezTo>
                  <a:pt x="82" y="42"/>
                  <a:pt x="83" y="42"/>
                  <a:pt x="83" y="42"/>
                </a:cubicBezTo>
                <a:cubicBezTo>
                  <a:pt x="83" y="42"/>
                  <a:pt x="83" y="42"/>
                  <a:pt x="83" y="42"/>
                </a:cubicBezTo>
                <a:cubicBezTo>
                  <a:pt x="83" y="43"/>
                  <a:pt x="83" y="43"/>
                  <a:pt x="82" y="43"/>
                </a:cubicBezTo>
                <a:cubicBezTo>
                  <a:pt x="82" y="43"/>
                  <a:pt x="82" y="43"/>
                  <a:pt x="82" y="43"/>
                </a:cubicBezTo>
                <a:cubicBezTo>
                  <a:pt x="82" y="43"/>
                  <a:pt x="82" y="43"/>
                  <a:pt x="82" y="43"/>
                </a:cubicBezTo>
                <a:cubicBezTo>
                  <a:pt x="82" y="43"/>
                  <a:pt x="82" y="43"/>
                  <a:pt x="83" y="43"/>
                </a:cubicBezTo>
                <a:cubicBezTo>
                  <a:pt x="83" y="43"/>
                  <a:pt x="83" y="43"/>
                  <a:pt x="83" y="43"/>
                </a:cubicBezTo>
                <a:cubicBezTo>
                  <a:pt x="83" y="43"/>
                  <a:pt x="83" y="43"/>
                  <a:pt x="83" y="43"/>
                </a:cubicBezTo>
                <a:cubicBezTo>
                  <a:pt x="83" y="43"/>
                  <a:pt x="83" y="43"/>
                  <a:pt x="83" y="43"/>
                </a:cubicBezTo>
                <a:cubicBezTo>
                  <a:pt x="83" y="43"/>
                  <a:pt x="83" y="43"/>
                  <a:pt x="83" y="43"/>
                </a:cubicBezTo>
                <a:cubicBezTo>
                  <a:pt x="83" y="43"/>
                  <a:pt x="84" y="43"/>
                  <a:pt x="84" y="43"/>
                </a:cubicBezTo>
                <a:cubicBezTo>
                  <a:pt x="84" y="43"/>
                  <a:pt x="84" y="43"/>
                  <a:pt x="84" y="43"/>
                </a:cubicBezTo>
                <a:cubicBezTo>
                  <a:pt x="84" y="43"/>
                  <a:pt x="84" y="43"/>
                  <a:pt x="84" y="43"/>
                </a:cubicBezTo>
                <a:cubicBezTo>
                  <a:pt x="84" y="44"/>
                  <a:pt x="84" y="44"/>
                  <a:pt x="84" y="44"/>
                </a:cubicBezTo>
                <a:cubicBezTo>
                  <a:pt x="84" y="44"/>
                  <a:pt x="84" y="44"/>
                  <a:pt x="84" y="44"/>
                </a:cubicBezTo>
                <a:cubicBezTo>
                  <a:pt x="84" y="44"/>
                  <a:pt x="84" y="44"/>
                  <a:pt x="84" y="44"/>
                </a:cubicBezTo>
                <a:cubicBezTo>
                  <a:pt x="84" y="44"/>
                  <a:pt x="84" y="44"/>
                  <a:pt x="84" y="44"/>
                </a:cubicBezTo>
                <a:cubicBezTo>
                  <a:pt x="84" y="44"/>
                  <a:pt x="84" y="43"/>
                  <a:pt x="85" y="43"/>
                </a:cubicBezTo>
                <a:cubicBezTo>
                  <a:pt x="85" y="43"/>
                  <a:pt x="85" y="43"/>
                  <a:pt x="86" y="43"/>
                </a:cubicBezTo>
                <a:cubicBezTo>
                  <a:pt x="86" y="44"/>
                  <a:pt x="86" y="43"/>
                  <a:pt x="87" y="43"/>
                </a:cubicBezTo>
                <a:cubicBezTo>
                  <a:pt x="87" y="43"/>
                  <a:pt x="87" y="44"/>
                  <a:pt x="87" y="43"/>
                </a:cubicBezTo>
                <a:cubicBezTo>
                  <a:pt x="87" y="43"/>
                  <a:pt x="87" y="43"/>
                  <a:pt x="87" y="43"/>
                </a:cubicBezTo>
                <a:cubicBezTo>
                  <a:pt x="87" y="43"/>
                  <a:pt x="87" y="43"/>
                  <a:pt x="87" y="43"/>
                </a:cubicBezTo>
                <a:cubicBezTo>
                  <a:pt x="87" y="43"/>
                  <a:pt x="87" y="43"/>
                  <a:pt x="87" y="43"/>
                </a:cubicBezTo>
                <a:cubicBezTo>
                  <a:pt x="87" y="44"/>
                  <a:pt x="87" y="44"/>
                  <a:pt x="87"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5"/>
                </a:cubicBezTo>
                <a:cubicBezTo>
                  <a:pt x="88" y="45"/>
                  <a:pt x="88" y="44"/>
                  <a:pt x="88" y="44"/>
                </a:cubicBezTo>
                <a:cubicBezTo>
                  <a:pt x="88" y="44"/>
                  <a:pt x="88" y="44"/>
                  <a:pt x="89" y="44"/>
                </a:cubicBezTo>
                <a:cubicBezTo>
                  <a:pt x="89" y="44"/>
                  <a:pt x="89" y="44"/>
                  <a:pt x="89" y="44"/>
                </a:cubicBezTo>
                <a:cubicBezTo>
                  <a:pt x="89" y="44"/>
                  <a:pt x="89" y="44"/>
                  <a:pt x="89" y="45"/>
                </a:cubicBezTo>
                <a:cubicBezTo>
                  <a:pt x="89" y="45"/>
                  <a:pt x="89" y="45"/>
                  <a:pt x="89" y="45"/>
                </a:cubicBezTo>
                <a:cubicBezTo>
                  <a:pt x="89" y="45"/>
                  <a:pt x="89" y="45"/>
                  <a:pt x="89" y="45"/>
                </a:cubicBezTo>
                <a:cubicBezTo>
                  <a:pt x="89" y="45"/>
                  <a:pt x="89" y="45"/>
                  <a:pt x="89" y="45"/>
                </a:cubicBezTo>
                <a:cubicBezTo>
                  <a:pt x="90" y="45"/>
                  <a:pt x="90" y="45"/>
                  <a:pt x="90" y="45"/>
                </a:cubicBezTo>
                <a:cubicBezTo>
                  <a:pt x="90" y="45"/>
                  <a:pt x="90" y="45"/>
                  <a:pt x="90" y="45"/>
                </a:cubicBezTo>
                <a:cubicBezTo>
                  <a:pt x="90" y="45"/>
                  <a:pt x="90" y="45"/>
                  <a:pt x="90" y="45"/>
                </a:cubicBezTo>
                <a:cubicBezTo>
                  <a:pt x="90" y="45"/>
                  <a:pt x="90" y="45"/>
                  <a:pt x="90" y="45"/>
                </a:cubicBezTo>
                <a:cubicBezTo>
                  <a:pt x="90" y="46"/>
                  <a:pt x="91" y="46"/>
                  <a:pt x="90" y="46"/>
                </a:cubicBezTo>
                <a:cubicBezTo>
                  <a:pt x="90" y="46"/>
                  <a:pt x="90" y="46"/>
                  <a:pt x="90" y="46"/>
                </a:cubicBezTo>
                <a:cubicBezTo>
                  <a:pt x="90" y="46"/>
                  <a:pt x="90" y="46"/>
                  <a:pt x="90" y="46"/>
                </a:cubicBezTo>
                <a:cubicBezTo>
                  <a:pt x="90" y="46"/>
                  <a:pt x="89" y="46"/>
                  <a:pt x="89" y="45"/>
                </a:cubicBezTo>
                <a:cubicBezTo>
                  <a:pt x="89" y="45"/>
                  <a:pt x="89" y="45"/>
                  <a:pt x="89" y="45"/>
                </a:cubicBezTo>
                <a:cubicBezTo>
                  <a:pt x="89" y="46"/>
                  <a:pt x="90" y="46"/>
                  <a:pt x="89" y="46"/>
                </a:cubicBezTo>
                <a:cubicBezTo>
                  <a:pt x="89" y="46"/>
                  <a:pt x="89" y="46"/>
                  <a:pt x="89" y="46"/>
                </a:cubicBezTo>
                <a:cubicBezTo>
                  <a:pt x="89" y="46"/>
                  <a:pt x="89" y="47"/>
                  <a:pt x="88" y="46"/>
                </a:cubicBezTo>
                <a:cubicBezTo>
                  <a:pt x="88" y="46"/>
                  <a:pt x="88" y="46"/>
                  <a:pt x="87" y="46"/>
                </a:cubicBezTo>
                <a:cubicBezTo>
                  <a:pt x="87" y="46"/>
                  <a:pt x="87" y="46"/>
                  <a:pt x="87" y="46"/>
                </a:cubicBezTo>
                <a:cubicBezTo>
                  <a:pt x="87" y="46"/>
                  <a:pt x="87" y="46"/>
                  <a:pt x="87" y="46"/>
                </a:cubicBezTo>
                <a:cubicBezTo>
                  <a:pt x="87" y="46"/>
                  <a:pt x="87" y="46"/>
                  <a:pt x="87" y="46"/>
                </a:cubicBezTo>
                <a:cubicBezTo>
                  <a:pt x="87" y="46"/>
                  <a:pt x="87" y="46"/>
                  <a:pt x="87" y="46"/>
                </a:cubicBezTo>
                <a:cubicBezTo>
                  <a:pt x="86" y="45"/>
                  <a:pt x="86" y="45"/>
                  <a:pt x="86" y="45"/>
                </a:cubicBezTo>
                <a:cubicBezTo>
                  <a:pt x="86" y="45"/>
                  <a:pt x="86" y="45"/>
                  <a:pt x="86" y="45"/>
                </a:cubicBezTo>
                <a:cubicBezTo>
                  <a:pt x="85" y="45"/>
                  <a:pt x="85" y="45"/>
                  <a:pt x="85" y="45"/>
                </a:cubicBezTo>
                <a:cubicBezTo>
                  <a:pt x="84" y="45"/>
                  <a:pt x="84" y="46"/>
                  <a:pt x="84" y="46"/>
                </a:cubicBezTo>
                <a:cubicBezTo>
                  <a:pt x="83" y="45"/>
                  <a:pt x="83" y="45"/>
                  <a:pt x="82" y="45"/>
                </a:cubicBezTo>
                <a:cubicBezTo>
                  <a:pt x="82" y="45"/>
                  <a:pt x="82" y="45"/>
                  <a:pt x="81" y="45"/>
                </a:cubicBezTo>
                <a:cubicBezTo>
                  <a:pt x="81" y="45"/>
                  <a:pt x="81" y="45"/>
                  <a:pt x="81" y="45"/>
                </a:cubicBezTo>
                <a:cubicBezTo>
                  <a:pt x="81" y="45"/>
                  <a:pt x="81" y="45"/>
                  <a:pt x="82" y="45"/>
                </a:cubicBezTo>
                <a:cubicBezTo>
                  <a:pt x="82" y="45"/>
                  <a:pt x="82" y="45"/>
                  <a:pt x="82" y="45"/>
                </a:cubicBezTo>
                <a:cubicBezTo>
                  <a:pt x="82" y="45"/>
                  <a:pt x="83" y="45"/>
                  <a:pt x="83" y="46"/>
                </a:cubicBezTo>
                <a:cubicBezTo>
                  <a:pt x="83" y="46"/>
                  <a:pt x="83" y="46"/>
                  <a:pt x="82" y="46"/>
                </a:cubicBezTo>
                <a:cubicBezTo>
                  <a:pt x="82" y="46"/>
                  <a:pt x="82" y="46"/>
                  <a:pt x="82" y="46"/>
                </a:cubicBezTo>
                <a:cubicBezTo>
                  <a:pt x="82" y="46"/>
                  <a:pt x="82" y="46"/>
                  <a:pt x="82" y="46"/>
                </a:cubicBezTo>
                <a:cubicBezTo>
                  <a:pt x="83" y="46"/>
                  <a:pt x="83" y="46"/>
                  <a:pt x="83" y="46"/>
                </a:cubicBezTo>
                <a:cubicBezTo>
                  <a:pt x="83" y="46"/>
                  <a:pt x="83" y="46"/>
                  <a:pt x="83" y="46"/>
                </a:cubicBezTo>
                <a:cubicBezTo>
                  <a:pt x="84" y="46"/>
                  <a:pt x="84" y="46"/>
                  <a:pt x="84" y="46"/>
                </a:cubicBezTo>
                <a:cubicBezTo>
                  <a:pt x="85" y="46"/>
                  <a:pt x="85" y="45"/>
                  <a:pt x="85" y="45"/>
                </a:cubicBezTo>
                <a:cubicBezTo>
                  <a:pt x="85" y="45"/>
                  <a:pt x="85" y="46"/>
                  <a:pt x="85" y="46"/>
                </a:cubicBezTo>
                <a:cubicBezTo>
                  <a:pt x="85" y="46"/>
                  <a:pt x="85" y="46"/>
                  <a:pt x="85" y="46"/>
                </a:cubicBezTo>
                <a:cubicBezTo>
                  <a:pt x="85" y="46"/>
                  <a:pt x="85" y="47"/>
                  <a:pt x="85" y="47"/>
                </a:cubicBezTo>
                <a:cubicBezTo>
                  <a:pt x="85" y="47"/>
                  <a:pt x="84" y="47"/>
                  <a:pt x="84" y="47"/>
                </a:cubicBezTo>
                <a:cubicBezTo>
                  <a:pt x="84" y="47"/>
                  <a:pt x="84" y="47"/>
                  <a:pt x="84" y="47"/>
                </a:cubicBezTo>
                <a:cubicBezTo>
                  <a:pt x="84" y="47"/>
                  <a:pt x="83" y="47"/>
                  <a:pt x="83" y="47"/>
                </a:cubicBezTo>
                <a:cubicBezTo>
                  <a:pt x="83" y="47"/>
                  <a:pt x="83" y="47"/>
                  <a:pt x="83" y="47"/>
                </a:cubicBezTo>
                <a:cubicBezTo>
                  <a:pt x="84" y="48"/>
                  <a:pt x="83" y="48"/>
                  <a:pt x="83" y="49"/>
                </a:cubicBezTo>
                <a:cubicBezTo>
                  <a:pt x="83" y="49"/>
                  <a:pt x="83" y="49"/>
                  <a:pt x="83" y="49"/>
                </a:cubicBezTo>
                <a:cubicBezTo>
                  <a:pt x="83" y="49"/>
                  <a:pt x="83" y="49"/>
                  <a:pt x="83" y="49"/>
                </a:cubicBezTo>
                <a:cubicBezTo>
                  <a:pt x="83" y="49"/>
                  <a:pt x="83" y="48"/>
                  <a:pt x="84" y="48"/>
                </a:cubicBezTo>
                <a:cubicBezTo>
                  <a:pt x="84" y="48"/>
                  <a:pt x="84" y="48"/>
                  <a:pt x="84" y="48"/>
                </a:cubicBezTo>
                <a:cubicBezTo>
                  <a:pt x="84" y="48"/>
                  <a:pt x="85" y="48"/>
                  <a:pt x="85" y="48"/>
                </a:cubicBezTo>
                <a:cubicBezTo>
                  <a:pt x="85" y="48"/>
                  <a:pt x="85" y="48"/>
                  <a:pt x="85" y="48"/>
                </a:cubicBezTo>
                <a:cubicBezTo>
                  <a:pt x="85" y="48"/>
                  <a:pt x="85" y="48"/>
                  <a:pt x="86" y="48"/>
                </a:cubicBezTo>
                <a:cubicBezTo>
                  <a:pt x="86" y="48"/>
                  <a:pt x="86" y="48"/>
                  <a:pt x="86" y="48"/>
                </a:cubicBezTo>
                <a:cubicBezTo>
                  <a:pt x="86" y="48"/>
                  <a:pt x="85" y="48"/>
                  <a:pt x="85" y="48"/>
                </a:cubicBezTo>
                <a:cubicBezTo>
                  <a:pt x="85" y="48"/>
                  <a:pt x="85" y="49"/>
                  <a:pt x="85" y="49"/>
                </a:cubicBezTo>
                <a:cubicBezTo>
                  <a:pt x="85" y="49"/>
                  <a:pt x="84" y="49"/>
                  <a:pt x="84" y="49"/>
                </a:cubicBezTo>
                <a:cubicBezTo>
                  <a:pt x="84" y="49"/>
                  <a:pt x="84" y="49"/>
                  <a:pt x="84" y="49"/>
                </a:cubicBezTo>
                <a:cubicBezTo>
                  <a:pt x="84" y="49"/>
                  <a:pt x="84" y="49"/>
                  <a:pt x="84" y="49"/>
                </a:cubicBezTo>
                <a:cubicBezTo>
                  <a:pt x="84" y="49"/>
                  <a:pt x="84" y="49"/>
                  <a:pt x="85" y="49"/>
                </a:cubicBezTo>
                <a:cubicBezTo>
                  <a:pt x="85" y="49"/>
                  <a:pt x="85" y="49"/>
                  <a:pt x="85" y="49"/>
                </a:cubicBezTo>
                <a:cubicBezTo>
                  <a:pt x="85" y="49"/>
                  <a:pt x="85" y="49"/>
                  <a:pt x="85" y="49"/>
                </a:cubicBezTo>
                <a:cubicBezTo>
                  <a:pt x="85" y="49"/>
                  <a:pt x="86" y="49"/>
                  <a:pt x="86" y="48"/>
                </a:cubicBezTo>
                <a:cubicBezTo>
                  <a:pt x="86" y="48"/>
                  <a:pt x="86" y="48"/>
                  <a:pt x="86" y="48"/>
                </a:cubicBezTo>
                <a:cubicBezTo>
                  <a:pt x="86" y="48"/>
                  <a:pt x="87" y="48"/>
                  <a:pt x="87" y="47"/>
                </a:cubicBezTo>
                <a:cubicBezTo>
                  <a:pt x="87" y="47"/>
                  <a:pt x="87" y="47"/>
                  <a:pt x="87" y="47"/>
                </a:cubicBezTo>
                <a:cubicBezTo>
                  <a:pt x="87" y="47"/>
                  <a:pt x="87" y="47"/>
                  <a:pt x="87" y="48"/>
                </a:cubicBezTo>
                <a:cubicBezTo>
                  <a:pt x="87" y="48"/>
                  <a:pt x="88" y="47"/>
                  <a:pt x="88" y="47"/>
                </a:cubicBezTo>
                <a:cubicBezTo>
                  <a:pt x="88" y="47"/>
                  <a:pt x="89" y="47"/>
                  <a:pt x="89" y="47"/>
                </a:cubicBezTo>
                <a:cubicBezTo>
                  <a:pt x="89" y="47"/>
                  <a:pt x="89" y="47"/>
                  <a:pt x="90" y="47"/>
                </a:cubicBezTo>
                <a:cubicBezTo>
                  <a:pt x="90" y="47"/>
                  <a:pt x="90" y="47"/>
                  <a:pt x="90" y="47"/>
                </a:cubicBezTo>
                <a:cubicBezTo>
                  <a:pt x="90" y="47"/>
                  <a:pt x="90" y="47"/>
                  <a:pt x="90" y="46"/>
                </a:cubicBezTo>
                <a:cubicBezTo>
                  <a:pt x="91" y="47"/>
                  <a:pt x="91" y="47"/>
                  <a:pt x="91" y="47"/>
                </a:cubicBezTo>
                <a:cubicBezTo>
                  <a:pt x="91" y="47"/>
                  <a:pt x="90" y="47"/>
                  <a:pt x="90" y="47"/>
                </a:cubicBezTo>
                <a:cubicBezTo>
                  <a:pt x="90" y="47"/>
                  <a:pt x="90" y="47"/>
                  <a:pt x="90" y="47"/>
                </a:cubicBezTo>
                <a:cubicBezTo>
                  <a:pt x="90" y="47"/>
                  <a:pt x="90" y="47"/>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89" y="48"/>
                  <a:pt x="89" y="48"/>
                </a:cubicBezTo>
                <a:cubicBezTo>
                  <a:pt x="89" y="49"/>
                  <a:pt x="89" y="49"/>
                  <a:pt x="90" y="49"/>
                </a:cubicBezTo>
                <a:cubicBezTo>
                  <a:pt x="90" y="49"/>
                  <a:pt x="90" y="49"/>
                  <a:pt x="90" y="49"/>
                </a:cubicBezTo>
                <a:cubicBezTo>
                  <a:pt x="89" y="49"/>
                  <a:pt x="89" y="49"/>
                  <a:pt x="89" y="49"/>
                </a:cubicBezTo>
                <a:cubicBezTo>
                  <a:pt x="89" y="49"/>
                  <a:pt x="89" y="49"/>
                  <a:pt x="89" y="49"/>
                </a:cubicBezTo>
                <a:cubicBezTo>
                  <a:pt x="89" y="49"/>
                  <a:pt x="89" y="49"/>
                  <a:pt x="89" y="49"/>
                </a:cubicBezTo>
                <a:cubicBezTo>
                  <a:pt x="89" y="49"/>
                  <a:pt x="89" y="50"/>
                  <a:pt x="89" y="50"/>
                </a:cubicBezTo>
                <a:cubicBezTo>
                  <a:pt x="89" y="50"/>
                  <a:pt x="89" y="50"/>
                  <a:pt x="88" y="50"/>
                </a:cubicBezTo>
                <a:cubicBezTo>
                  <a:pt x="89" y="50"/>
                  <a:pt x="89" y="50"/>
                  <a:pt x="89" y="50"/>
                </a:cubicBezTo>
                <a:cubicBezTo>
                  <a:pt x="89" y="50"/>
                  <a:pt x="89" y="50"/>
                  <a:pt x="89" y="50"/>
                </a:cubicBezTo>
                <a:cubicBezTo>
                  <a:pt x="89" y="50"/>
                  <a:pt x="89" y="51"/>
                  <a:pt x="89"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7" y="52"/>
                  <a:pt x="87" y="52"/>
                </a:cubicBezTo>
                <a:cubicBezTo>
                  <a:pt x="87" y="52"/>
                  <a:pt x="87" y="52"/>
                  <a:pt x="87" y="52"/>
                </a:cubicBezTo>
                <a:cubicBezTo>
                  <a:pt x="87" y="52"/>
                  <a:pt x="87" y="52"/>
                  <a:pt x="87" y="52"/>
                </a:cubicBezTo>
                <a:cubicBezTo>
                  <a:pt x="86" y="52"/>
                  <a:pt x="86" y="52"/>
                  <a:pt x="86" y="52"/>
                </a:cubicBezTo>
                <a:cubicBezTo>
                  <a:pt x="86" y="53"/>
                  <a:pt x="86" y="53"/>
                  <a:pt x="85" y="53"/>
                </a:cubicBezTo>
                <a:cubicBezTo>
                  <a:pt x="85" y="53"/>
                  <a:pt x="85" y="53"/>
                  <a:pt x="85" y="53"/>
                </a:cubicBezTo>
                <a:cubicBezTo>
                  <a:pt x="85" y="53"/>
                  <a:pt x="85" y="53"/>
                  <a:pt x="85" y="53"/>
                </a:cubicBezTo>
                <a:cubicBezTo>
                  <a:pt x="85" y="53"/>
                  <a:pt x="84" y="53"/>
                  <a:pt x="84" y="53"/>
                </a:cubicBezTo>
                <a:cubicBezTo>
                  <a:pt x="84" y="53"/>
                  <a:pt x="85" y="53"/>
                  <a:pt x="85" y="53"/>
                </a:cubicBezTo>
                <a:cubicBezTo>
                  <a:pt x="85" y="54"/>
                  <a:pt x="84" y="54"/>
                  <a:pt x="84" y="54"/>
                </a:cubicBezTo>
                <a:cubicBezTo>
                  <a:pt x="84" y="53"/>
                  <a:pt x="84" y="54"/>
                  <a:pt x="84" y="53"/>
                </a:cubicBezTo>
                <a:cubicBezTo>
                  <a:pt x="84" y="54"/>
                  <a:pt x="84" y="54"/>
                  <a:pt x="84" y="54"/>
                </a:cubicBezTo>
                <a:cubicBezTo>
                  <a:pt x="84" y="54"/>
                  <a:pt x="84" y="54"/>
                  <a:pt x="83" y="54"/>
                </a:cubicBezTo>
                <a:cubicBezTo>
                  <a:pt x="83" y="54"/>
                  <a:pt x="83" y="54"/>
                  <a:pt x="83" y="54"/>
                </a:cubicBezTo>
                <a:cubicBezTo>
                  <a:pt x="83" y="54"/>
                  <a:pt x="83" y="54"/>
                  <a:pt x="82" y="54"/>
                </a:cubicBezTo>
                <a:cubicBezTo>
                  <a:pt x="82" y="54"/>
                  <a:pt x="82" y="54"/>
                  <a:pt x="81" y="53"/>
                </a:cubicBezTo>
                <a:cubicBezTo>
                  <a:pt x="81" y="53"/>
                  <a:pt x="81" y="53"/>
                  <a:pt x="81" y="53"/>
                </a:cubicBezTo>
                <a:cubicBezTo>
                  <a:pt x="81" y="54"/>
                  <a:pt x="81" y="54"/>
                  <a:pt x="81" y="54"/>
                </a:cubicBezTo>
                <a:cubicBezTo>
                  <a:pt x="81" y="54"/>
                  <a:pt x="82" y="54"/>
                  <a:pt x="82" y="54"/>
                </a:cubicBezTo>
                <a:cubicBezTo>
                  <a:pt x="82" y="54"/>
                  <a:pt x="82" y="54"/>
                  <a:pt x="82" y="54"/>
                </a:cubicBezTo>
                <a:cubicBezTo>
                  <a:pt x="82" y="54"/>
                  <a:pt x="82" y="54"/>
                  <a:pt x="82" y="54"/>
                </a:cubicBezTo>
                <a:cubicBezTo>
                  <a:pt x="82" y="54"/>
                  <a:pt x="82" y="54"/>
                  <a:pt x="82" y="54"/>
                </a:cubicBezTo>
                <a:cubicBezTo>
                  <a:pt x="83" y="54"/>
                  <a:pt x="82" y="55"/>
                  <a:pt x="82" y="55"/>
                </a:cubicBezTo>
                <a:cubicBezTo>
                  <a:pt x="82" y="55"/>
                  <a:pt x="82" y="55"/>
                  <a:pt x="82" y="55"/>
                </a:cubicBezTo>
                <a:cubicBezTo>
                  <a:pt x="82" y="55"/>
                  <a:pt x="82" y="55"/>
                  <a:pt x="81" y="55"/>
                </a:cubicBezTo>
                <a:cubicBezTo>
                  <a:pt x="81" y="56"/>
                  <a:pt x="82" y="56"/>
                  <a:pt x="81" y="56"/>
                </a:cubicBezTo>
                <a:cubicBezTo>
                  <a:pt x="81" y="56"/>
                  <a:pt x="81" y="56"/>
                  <a:pt x="81" y="56"/>
                </a:cubicBezTo>
                <a:cubicBezTo>
                  <a:pt x="81" y="56"/>
                  <a:pt x="81" y="57"/>
                  <a:pt x="81" y="57"/>
                </a:cubicBezTo>
                <a:cubicBezTo>
                  <a:pt x="81" y="57"/>
                  <a:pt x="81" y="57"/>
                  <a:pt x="81" y="57"/>
                </a:cubicBezTo>
                <a:cubicBezTo>
                  <a:pt x="81" y="57"/>
                  <a:pt x="81" y="57"/>
                  <a:pt x="81" y="57"/>
                </a:cubicBezTo>
                <a:cubicBezTo>
                  <a:pt x="81" y="57"/>
                  <a:pt x="81" y="57"/>
                  <a:pt x="81" y="57"/>
                </a:cubicBezTo>
                <a:cubicBezTo>
                  <a:pt x="81" y="57"/>
                  <a:pt x="81" y="57"/>
                  <a:pt x="81" y="58"/>
                </a:cubicBezTo>
                <a:cubicBezTo>
                  <a:pt x="81" y="58"/>
                  <a:pt x="81" y="58"/>
                  <a:pt x="81" y="58"/>
                </a:cubicBezTo>
                <a:cubicBezTo>
                  <a:pt x="81" y="58"/>
                  <a:pt x="81" y="58"/>
                  <a:pt x="81" y="59"/>
                </a:cubicBezTo>
                <a:cubicBezTo>
                  <a:pt x="81" y="59"/>
                  <a:pt x="81" y="59"/>
                  <a:pt x="80" y="59"/>
                </a:cubicBezTo>
                <a:cubicBezTo>
                  <a:pt x="80" y="59"/>
                  <a:pt x="80" y="59"/>
                  <a:pt x="80" y="59"/>
                </a:cubicBezTo>
                <a:cubicBezTo>
                  <a:pt x="80" y="59"/>
                  <a:pt x="79" y="59"/>
                  <a:pt x="79" y="59"/>
                </a:cubicBezTo>
                <a:cubicBezTo>
                  <a:pt x="79" y="59"/>
                  <a:pt x="80" y="59"/>
                  <a:pt x="80" y="59"/>
                </a:cubicBezTo>
                <a:cubicBezTo>
                  <a:pt x="80" y="59"/>
                  <a:pt x="79" y="59"/>
                  <a:pt x="79" y="59"/>
                </a:cubicBezTo>
                <a:cubicBezTo>
                  <a:pt x="79" y="60"/>
                  <a:pt x="79" y="60"/>
                  <a:pt x="79" y="60"/>
                </a:cubicBezTo>
                <a:cubicBezTo>
                  <a:pt x="79" y="60"/>
                  <a:pt x="79" y="60"/>
                  <a:pt x="79" y="60"/>
                </a:cubicBezTo>
                <a:cubicBezTo>
                  <a:pt x="79" y="60"/>
                  <a:pt x="79" y="60"/>
                  <a:pt x="79" y="60"/>
                </a:cubicBezTo>
                <a:cubicBezTo>
                  <a:pt x="79" y="60"/>
                  <a:pt x="79" y="60"/>
                  <a:pt x="79" y="60"/>
                </a:cubicBezTo>
                <a:cubicBezTo>
                  <a:pt x="79" y="60"/>
                  <a:pt x="78" y="60"/>
                  <a:pt x="78" y="60"/>
                </a:cubicBezTo>
                <a:cubicBezTo>
                  <a:pt x="78" y="60"/>
                  <a:pt x="78" y="60"/>
                  <a:pt x="78" y="60"/>
                </a:cubicBezTo>
                <a:cubicBezTo>
                  <a:pt x="78" y="60"/>
                  <a:pt x="78" y="60"/>
                  <a:pt x="78" y="60"/>
                </a:cubicBezTo>
                <a:cubicBezTo>
                  <a:pt x="78" y="60"/>
                  <a:pt x="78" y="60"/>
                  <a:pt x="78" y="60"/>
                </a:cubicBezTo>
                <a:cubicBezTo>
                  <a:pt x="78" y="60"/>
                  <a:pt x="78" y="61"/>
                  <a:pt x="77" y="61"/>
                </a:cubicBezTo>
                <a:cubicBezTo>
                  <a:pt x="77" y="61"/>
                  <a:pt x="77" y="61"/>
                  <a:pt x="77" y="61"/>
                </a:cubicBezTo>
                <a:cubicBezTo>
                  <a:pt x="77" y="61"/>
                  <a:pt x="77" y="61"/>
                  <a:pt x="77" y="61"/>
                </a:cubicBezTo>
                <a:cubicBezTo>
                  <a:pt x="77" y="61"/>
                  <a:pt x="77" y="61"/>
                  <a:pt x="77" y="61"/>
                </a:cubicBezTo>
                <a:cubicBezTo>
                  <a:pt x="77" y="61"/>
                  <a:pt x="77" y="61"/>
                  <a:pt x="77" y="61"/>
                </a:cubicBezTo>
                <a:cubicBezTo>
                  <a:pt x="77" y="61"/>
                  <a:pt x="77" y="61"/>
                  <a:pt x="77" y="60"/>
                </a:cubicBezTo>
                <a:cubicBezTo>
                  <a:pt x="77" y="60"/>
                  <a:pt x="77" y="60"/>
                  <a:pt x="77" y="60"/>
                </a:cubicBezTo>
                <a:cubicBezTo>
                  <a:pt x="77" y="60"/>
                  <a:pt x="77" y="60"/>
                  <a:pt x="77" y="59"/>
                </a:cubicBezTo>
                <a:cubicBezTo>
                  <a:pt x="77" y="60"/>
                  <a:pt x="77" y="60"/>
                  <a:pt x="77" y="59"/>
                </a:cubicBezTo>
                <a:cubicBezTo>
                  <a:pt x="77" y="60"/>
                  <a:pt x="77" y="60"/>
                  <a:pt x="77" y="60"/>
                </a:cubicBezTo>
                <a:cubicBezTo>
                  <a:pt x="77" y="60"/>
                  <a:pt x="77" y="60"/>
                  <a:pt x="77" y="60"/>
                </a:cubicBezTo>
                <a:cubicBezTo>
                  <a:pt x="77" y="60"/>
                  <a:pt x="77" y="60"/>
                  <a:pt x="77" y="60"/>
                </a:cubicBezTo>
                <a:cubicBezTo>
                  <a:pt x="77" y="60"/>
                  <a:pt x="76" y="60"/>
                  <a:pt x="76" y="60"/>
                </a:cubicBezTo>
                <a:cubicBezTo>
                  <a:pt x="76" y="60"/>
                  <a:pt x="76" y="60"/>
                  <a:pt x="76" y="61"/>
                </a:cubicBezTo>
                <a:cubicBezTo>
                  <a:pt x="76" y="61"/>
                  <a:pt x="77" y="61"/>
                  <a:pt x="76" y="61"/>
                </a:cubicBezTo>
                <a:cubicBezTo>
                  <a:pt x="76" y="61"/>
                  <a:pt x="76" y="61"/>
                  <a:pt x="76" y="61"/>
                </a:cubicBezTo>
                <a:cubicBezTo>
                  <a:pt x="76" y="61"/>
                  <a:pt x="76" y="61"/>
                  <a:pt x="76" y="62"/>
                </a:cubicBezTo>
                <a:cubicBezTo>
                  <a:pt x="76" y="62"/>
                  <a:pt x="76" y="62"/>
                  <a:pt x="75" y="62"/>
                </a:cubicBezTo>
                <a:cubicBezTo>
                  <a:pt x="75" y="62"/>
                  <a:pt x="75" y="62"/>
                  <a:pt x="75" y="62"/>
                </a:cubicBezTo>
                <a:cubicBezTo>
                  <a:pt x="75" y="62"/>
                  <a:pt x="75" y="62"/>
                  <a:pt x="75" y="61"/>
                </a:cubicBezTo>
                <a:cubicBezTo>
                  <a:pt x="75" y="61"/>
                  <a:pt x="75" y="61"/>
                  <a:pt x="75" y="61"/>
                </a:cubicBezTo>
                <a:cubicBezTo>
                  <a:pt x="75" y="61"/>
                  <a:pt x="75" y="61"/>
                  <a:pt x="75" y="61"/>
                </a:cubicBezTo>
                <a:cubicBezTo>
                  <a:pt x="75" y="61"/>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4" y="62"/>
                  <a:pt x="75" y="62"/>
                  <a:pt x="74" y="62"/>
                </a:cubicBezTo>
                <a:cubicBezTo>
                  <a:pt x="74" y="62"/>
                  <a:pt x="74" y="62"/>
                  <a:pt x="74" y="62"/>
                </a:cubicBezTo>
                <a:cubicBezTo>
                  <a:pt x="74" y="62"/>
                  <a:pt x="74" y="62"/>
                  <a:pt x="74" y="62"/>
                </a:cubicBezTo>
                <a:cubicBezTo>
                  <a:pt x="74" y="62"/>
                  <a:pt x="74" y="62"/>
                  <a:pt x="75" y="62"/>
                </a:cubicBezTo>
                <a:cubicBezTo>
                  <a:pt x="75" y="62"/>
                  <a:pt x="75" y="63"/>
                  <a:pt x="75" y="63"/>
                </a:cubicBezTo>
                <a:cubicBezTo>
                  <a:pt x="74" y="63"/>
                  <a:pt x="74" y="63"/>
                  <a:pt x="74" y="63"/>
                </a:cubicBezTo>
                <a:cubicBezTo>
                  <a:pt x="74" y="63"/>
                  <a:pt x="74" y="63"/>
                  <a:pt x="73" y="63"/>
                </a:cubicBezTo>
                <a:cubicBezTo>
                  <a:pt x="73" y="63"/>
                  <a:pt x="73" y="63"/>
                  <a:pt x="73" y="63"/>
                </a:cubicBezTo>
                <a:cubicBezTo>
                  <a:pt x="73" y="64"/>
                  <a:pt x="74" y="63"/>
                  <a:pt x="74" y="64"/>
                </a:cubicBezTo>
                <a:cubicBezTo>
                  <a:pt x="74" y="64"/>
                  <a:pt x="74" y="64"/>
                  <a:pt x="74" y="64"/>
                </a:cubicBezTo>
                <a:cubicBezTo>
                  <a:pt x="74" y="64"/>
                  <a:pt x="74" y="64"/>
                  <a:pt x="74" y="64"/>
                </a:cubicBezTo>
                <a:cubicBezTo>
                  <a:pt x="74" y="64"/>
                  <a:pt x="74" y="64"/>
                  <a:pt x="74" y="64"/>
                </a:cubicBezTo>
                <a:cubicBezTo>
                  <a:pt x="74" y="64"/>
                  <a:pt x="74" y="64"/>
                  <a:pt x="74" y="64"/>
                </a:cubicBezTo>
                <a:cubicBezTo>
                  <a:pt x="74" y="64"/>
                  <a:pt x="74" y="64"/>
                  <a:pt x="74" y="65"/>
                </a:cubicBezTo>
                <a:cubicBezTo>
                  <a:pt x="74" y="65"/>
                  <a:pt x="74" y="65"/>
                  <a:pt x="74" y="65"/>
                </a:cubicBezTo>
                <a:cubicBezTo>
                  <a:pt x="74" y="65"/>
                  <a:pt x="74" y="65"/>
                  <a:pt x="73" y="65"/>
                </a:cubicBezTo>
                <a:cubicBezTo>
                  <a:pt x="73" y="65"/>
                  <a:pt x="73" y="65"/>
                  <a:pt x="73" y="65"/>
                </a:cubicBezTo>
                <a:cubicBezTo>
                  <a:pt x="73" y="65"/>
                  <a:pt x="73" y="65"/>
                  <a:pt x="74" y="65"/>
                </a:cubicBezTo>
                <a:cubicBezTo>
                  <a:pt x="74" y="65"/>
                  <a:pt x="74" y="65"/>
                  <a:pt x="74" y="65"/>
                </a:cubicBezTo>
                <a:cubicBezTo>
                  <a:pt x="74" y="65"/>
                  <a:pt x="74" y="65"/>
                  <a:pt x="74" y="65"/>
                </a:cubicBezTo>
                <a:cubicBezTo>
                  <a:pt x="74" y="65"/>
                  <a:pt x="74" y="66"/>
                  <a:pt x="74" y="66"/>
                </a:cubicBezTo>
                <a:cubicBezTo>
                  <a:pt x="74" y="66"/>
                  <a:pt x="75" y="66"/>
                  <a:pt x="75" y="66"/>
                </a:cubicBezTo>
                <a:cubicBezTo>
                  <a:pt x="74" y="66"/>
                  <a:pt x="74" y="66"/>
                  <a:pt x="74" y="66"/>
                </a:cubicBezTo>
                <a:cubicBezTo>
                  <a:pt x="74" y="66"/>
                  <a:pt x="74" y="66"/>
                  <a:pt x="74" y="66"/>
                </a:cubicBezTo>
                <a:cubicBezTo>
                  <a:pt x="73" y="66"/>
                  <a:pt x="73" y="66"/>
                  <a:pt x="73" y="66"/>
                </a:cubicBezTo>
                <a:cubicBezTo>
                  <a:pt x="73" y="66"/>
                  <a:pt x="73" y="66"/>
                  <a:pt x="73" y="66"/>
                </a:cubicBezTo>
                <a:cubicBezTo>
                  <a:pt x="73" y="66"/>
                  <a:pt x="73" y="66"/>
                  <a:pt x="73" y="66"/>
                </a:cubicBezTo>
                <a:cubicBezTo>
                  <a:pt x="73" y="66"/>
                  <a:pt x="73" y="66"/>
                  <a:pt x="74" y="66"/>
                </a:cubicBezTo>
                <a:cubicBezTo>
                  <a:pt x="74" y="66"/>
                  <a:pt x="74" y="66"/>
                  <a:pt x="74" y="66"/>
                </a:cubicBezTo>
                <a:cubicBezTo>
                  <a:pt x="74" y="66"/>
                  <a:pt x="74" y="66"/>
                  <a:pt x="74" y="66"/>
                </a:cubicBezTo>
                <a:cubicBezTo>
                  <a:pt x="74" y="66"/>
                  <a:pt x="74" y="66"/>
                  <a:pt x="74" y="67"/>
                </a:cubicBezTo>
                <a:cubicBezTo>
                  <a:pt x="74" y="67"/>
                  <a:pt x="74" y="67"/>
                  <a:pt x="74" y="67"/>
                </a:cubicBezTo>
                <a:cubicBezTo>
                  <a:pt x="74" y="67"/>
                  <a:pt x="74" y="67"/>
                  <a:pt x="73" y="67"/>
                </a:cubicBezTo>
                <a:cubicBezTo>
                  <a:pt x="73" y="67"/>
                  <a:pt x="73" y="67"/>
                  <a:pt x="73" y="67"/>
                </a:cubicBezTo>
                <a:cubicBezTo>
                  <a:pt x="73" y="67"/>
                  <a:pt x="74" y="67"/>
                  <a:pt x="74" y="67"/>
                </a:cubicBezTo>
                <a:cubicBezTo>
                  <a:pt x="74" y="67"/>
                  <a:pt x="74" y="67"/>
                  <a:pt x="74" y="67"/>
                </a:cubicBezTo>
                <a:cubicBezTo>
                  <a:pt x="73" y="67"/>
                  <a:pt x="73" y="67"/>
                  <a:pt x="73" y="67"/>
                </a:cubicBezTo>
                <a:cubicBezTo>
                  <a:pt x="73" y="67"/>
                  <a:pt x="73" y="67"/>
                  <a:pt x="73" y="67"/>
                </a:cubicBezTo>
                <a:cubicBezTo>
                  <a:pt x="73" y="67"/>
                  <a:pt x="73" y="67"/>
                  <a:pt x="74" y="67"/>
                </a:cubicBezTo>
                <a:cubicBezTo>
                  <a:pt x="74" y="67"/>
                  <a:pt x="74" y="67"/>
                  <a:pt x="74" y="67"/>
                </a:cubicBezTo>
                <a:cubicBezTo>
                  <a:pt x="74" y="68"/>
                  <a:pt x="74" y="68"/>
                  <a:pt x="74" y="68"/>
                </a:cubicBezTo>
                <a:cubicBezTo>
                  <a:pt x="73" y="68"/>
                  <a:pt x="73" y="67"/>
                  <a:pt x="73" y="67"/>
                </a:cubicBezTo>
                <a:cubicBezTo>
                  <a:pt x="73" y="67"/>
                  <a:pt x="73" y="67"/>
                  <a:pt x="73" y="67"/>
                </a:cubicBezTo>
                <a:cubicBezTo>
                  <a:pt x="73" y="68"/>
                  <a:pt x="73" y="68"/>
                  <a:pt x="73" y="68"/>
                </a:cubicBezTo>
                <a:cubicBezTo>
                  <a:pt x="73" y="68"/>
                  <a:pt x="73" y="68"/>
                  <a:pt x="73" y="68"/>
                </a:cubicBezTo>
                <a:cubicBezTo>
                  <a:pt x="73" y="68"/>
                  <a:pt x="73" y="68"/>
                  <a:pt x="73" y="68"/>
                </a:cubicBezTo>
                <a:cubicBezTo>
                  <a:pt x="73" y="68"/>
                  <a:pt x="73" y="68"/>
                  <a:pt x="73" y="68"/>
                </a:cubicBezTo>
                <a:cubicBezTo>
                  <a:pt x="72" y="68"/>
                  <a:pt x="72" y="69"/>
                  <a:pt x="72" y="69"/>
                </a:cubicBezTo>
                <a:cubicBezTo>
                  <a:pt x="72" y="69"/>
                  <a:pt x="72" y="69"/>
                  <a:pt x="72" y="69"/>
                </a:cubicBezTo>
                <a:cubicBezTo>
                  <a:pt x="72" y="69"/>
                  <a:pt x="73" y="69"/>
                  <a:pt x="73" y="69"/>
                </a:cubicBezTo>
                <a:cubicBezTo>
                  <a:pt x="73" y="69"/>
                  <a:pt x="73" y="69"/>
                  <a:pt x="73" y="69"/>
                </a:cubicBezTo>
                <a:cubicBezTo>
                  <a:pt x="73" y="69"/>
                  <a:pt x="73" y="69"/>
                  <a:pt x="73" y="69"/>
                </a:cubicBezTo>
                <a:cubicBezTo>
                  <a:pt x="73" y="69"/>
                  <a:pt x="72" y="69"/>
                  <a:pt x="72" y="69"/>
                </a:cubicBezTo>
                <a:cubicBezTo>
                  <a:pt x="72" y="69"/>
                  <a:pt x="72" y="69"/>
                  <a:pt x="73" y="70"/>
                </a:cubicBezTo>
                <a:cubicBezTo>
                  <a:pt x="73" y="70"/>
                  <a:pt x="73" y="70"/>
                  <a:pt x="73" y="70"/>
                </a:cubicBezTo>
                <a:cubicBezTo>
                  <a:pt x="73" y="70"/>
                  <a:pt x="73" y="71"/>
                  <a:pt x="73" y="71"/>
                </a:cubicBezTo>
                <a:cubicBezTo>
                  <a:pt x="73" y="71"/>
                  <a:pt x="73" y="71"/>
                  <a:pt x="73" y="71"/>
                </a:cubicBezTo>
                <a:cubicBezTo>
                  <a:pt x="73" y="71"/>
                  <a:pt x="73" y="71"/>
                  <a:pt x="73" y="71"/>
                </a:cubicBezTo>
                <a:cubicBezTo>
                  <a:pt x="73" y="71"/>
                  <a:pt x="73" y="71"/>
                  <a:pt x="73" y="71"/>
                </a:cubicBezTo>
                <a:cubicBezTo>
                  <a:pt x="73" y="71"/>
                  <a:pt x="73" y="71"/>
                  <a:pt x="73" y="71"/>
                </a:cubicBezTo>
                <a:cubicBezTo>
                  <a:pt x="73" y="71"/>
                  <a:pt x="73" y="72"/>
                  <a:pt x="73" y="72"/>
                </a:cubicBezTo>
                <a:cubicBezTo>
                  <a:pt x="73" y="72"/>
                  <a:pt x="73" y="72"/>
                  <a:pt x="73" y="72"/>
                </a:cubicBezTo>
                <a:cubicBezTo>
                  <a:pt x="72" y="72"/>
                  <a:pt x="72" y="72"/>
                  <a:pt x="72" y="72"/>
                </a:cubicBezTo>
                <a:cubicBezTo>
                  <a:pt x="72" y="72"/>
                  <a:pt x="72" y="72"/>
                  <a:pt x="72" y="72"/>
                </a:cubicBezTo>
                <a:cubicBezTo>
                  <a:pt x="72" y="72"/>
                  <a:pt x="72" y="72"/>
                  <a:pt x="73" y="72"/>
                </a:cubicBezTo>
                <a:cubicBezTo>
                  <a:pt x="73" y="72"/>
                  <a:pt x="73" y="72"/>
                  <a:pt x="73" y="72"/>
                </a:cubicBezTo>
                <a:cubicBezTo>
                  <a:pt x="72" y="72"/>
                  <a:pt x="73" y="72"/>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3" y="73"/>
                </a:cubicBezTo>
                <a:cubicBezTo>
                  <a:pt x="73" y="73"/>
                  <a:pt x="73" y="73"/>
                  <a:pt x="73" y="73"/>
                </a:cubicBezTo>
                <a:cubicBezTo>
                  <a:pt x="73" y="73"/>
                  <a:pt x="72" y="74"/>
                  <a:pt x="71" y="74"/>
                </a:cubicBezTo>
                <a:cubicBezTo>
                  <a:pt x="71" y="74"/>
                  <a:pt x="72" y="74"/>
                  <a:pt x="72" y="74"/>
                </a:cubicBezTo>
                <a:cubicBezTo>
                  <a:pt x="72" y="74"/>
                  <a:pt x="72" y="74"/>
                  <a:pt x="72" y="74"/>
                </a:cubicBezTo>
                <a:cubicBezTo>
                  <a:pt x="72" y="74"/>
                  <a:pt x="73" y="74"/>
                  <a:pt x="72" y="74"/>
                </a:cubicBezTo>
                <a:cubicBezTo>
                  <a:pt x="72" y="74"/>
                  <a:pt x="72" y="74"/>
                  <a:pt x="72" y="74"/>
                </a:cubicBezTo>
                <a:cubicBezTo>
                  <a:pt x="72" y="74"/>
                  <a:pt x="72" y="74"/>
                  <a:pt x="72" y="74"/>
                </a:cubicBezTo>
                <a:cubicBezTo>
                  <a:pt x="72" y="74"/>
                  <a:pt x="72" y="74"/>
                  <a:pt x="71" y="74"/>
                </a:cubicBezTo>
                <a:cubicBezTo>
                  <a:pt x="71" y="74"/>
                  <a:pt x="71" y="74"/>
                  <a:pt x="71" y="74"/>
                </a:cubicBezTo>
                <a:cubicBezTo>
                  <a:pt x="70" y="74"/>
                  <a:pt x="70" y="75"/>
                  <a:pt x="70" y="75"/>
                </a:cubicBezTo>
                <a:cubicBezTo>
                  <a:pt x="70" y="75"/>
                  <a:pt x="70" y="75"/>
                  <a:pt x="70" y="75"/>
                </a:cubicBezTo>
                <a:cubicBezTo>
                  <a:pt x="70" y="75"/>
                  <a:pt x="70" y="75"/>
                  <a:pt x="70" y="75"/>
                </a:cubicBezTo>
                <a:cubicBezTo>
                  <a:pt x="69" y="75"/>
                  <a:pt x="69" y="75"/>
                  <a:pt x="69" y="75"/>
                </a:cubicBezTo>
                <a:cubicBezTo>
                  <a:pt x="69" y="75"/>
                  <a:pt x="70" y="74"/>
                  <a:pt x="69" y="74"/>
                </a:cubicBezTo>
                <a:cubicBezTo>
                  <a:pt x="69" y="74"/>
                  <a:pt x="69" y="74"/>
                  <a:pt x="69" y="74"/>
                </a:cubicBezTo>
                <a:cubicBezTo>
                  <a:pt x="69" y="74"/>
                  <a:pt x="69" y="74"/>
                  <a:pt x="70" y="74"/>
                </a:cubicBezTo>
                <a:cubicBezTo>
                  <a:pt x="69" y="74"/>
                  <a:pt x="69" y="74"/>
                  <a:pt x="69" y="74"/>
                </a:cubicBezTo>
                <a:cubicBezTo>
                  <a:pt x="69" y="74"/>
                  <a:pt x="69" y="74"/>
                  <a:pt x="69" y="74"/>
                </a:cubicBezTo>
                <a:cubicBezTo>
                  <a:pt x="69" y="74"/>
                  <a:pt x="69" y="74"/>
                  <a:pt x="69" y="74"/>
                </a:cubicBezTo>
                <a:cubicBezTo>
                  <a:pt x="69" y="74"/>
                  <a:pt x="69" y="74"/>
                  <a:pt x="69" y="74"/>
                </a:cubicBezTo>
                <a:cubicBezTo>
                  <a:pt x="68" y="74"/>
                  <a:pt x="69"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3"/>
                  <a:pt x="68" y="73"/>
                </a:cubicBezTo>
                <a:cubicBezTo>
                  <a:pt x="68" y="73"/>
                  <a:pt x="69" y="73"/>
                  <a:pt x="69" y="73"/>
                </a:cubicBezTo>
                <a:cubicBezTo>
                  <a:pt x="69" y="73"/>
                  <a:pt x="68" y="73"/>
                  <a:pt x="68" y="73"/>
                </a:cubicBezTo>
                <a:cubicBezTo>
                  <a:pt x="68" y="73"/>
                  <a:pt x="68" y="73"/>
                  <a:pt x="68" y="73"/>
                </a:cubicBezTo>
                <a:cubicBezTo>
                  <a:pt x="68" y="73"/>
                  <a:pt x="68" y="73"/>
                  <a:pt x="68" y="73"/>
                </a:cubicBezTo>
                <a:cubicBezTo>
                  <a:pt x="68" y="73"/>
                  <a:pt x="68" y="73"/>
                  <a:pt x="68" y="73"/>
                </a:cubicBezTo>
                <a:cubicBezTo>
                  <a:pt x="68" y="73"/>
                  <a:pt x="67" y="73"/>
                  <a:pt x="67" y="73"/>
                </a:cubicBezTo>
                <a:cubicBezTo>
                  <a:pt x="67" y="73"/>
                  <a:pt x="68" y="73"/>
                  <a:pt x="68" y="73"/>
                </a:cubicBezTo>
                <a:cubicBezTo>
                  <a:pt x="68" y="73"/>
                  <a:pt x="68" y="73"/>
                  <a:pt x="68" y="73"/>
                </a:cubicBezTo>
                <a:cubicBezTo>
                  <a:pt x="68" y="73"/>
                  <a:pt x="68" y="72"/>
                  <a:pt x="67" y="72"/>
                </a:cubicBezTo>
                <a:cubicBezTo>
                  <a:pt x="67" y="72"/>
                  <a:pt x="67" y="73"/>
                  <a:pt x="67" y="73"/>
                </a:cubicBezTo>
                <a:cubicBezTo>
                  <a:pt x="67" y="73"/>
                  <a:pt x="67" y="73"/>
                  <a:pt x="67" y="73"/>
                </a:cubicBezTo>
                <a:cubicBezTo>
                  <a:pt x="67" y="73"/>
                  <a:pt x="67"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5" y="73"/>
                </a:cubicBezTo>
                <a:cubicBezTo>
                  <a:pt x="65" y="73"/>
                  <a:pt x="65" y="74"/>
                  <a:pt x="65" y="74"/>
                </a:cubicBezTo>
                <a:cubicBezTo>
                  <a:pt x="65" y="74"/>
                  <a:pt x="65" y="74"/>
                  <a:pt x="65" y="74"/>
                </a:cubicBezTo>
                <a:cubicBezTo>
                  <a:pt x="65" y="74"/>
                  <a:pt x="65" y="74"/>
                  <a:pt x="65" y="74"/>
                </a:cubicBezTo>
                <a:cubicBezTo>
                  <a:pt x="65" y="74"/>
                  <a:pt x="64" y="74"/>
                  <a:pt x="64" y="74"/>
                </a:cubicBezTo>
                <a:cubicBezTo>
                  <a:pt x="64" y="74"/>
                  <a:pt x="65" y="74"/>
                  <a:pt x="65" y="73"/>
                </a:cubicBezTo>
                <a:cubicBezTo>
                  <a:pt x="65" y="73"/>
                  <a:pt x="64" y="73"/>
                  <a:pt x="64" y="73"/>
                </a:cubicBezTo>
                <a:cubicBezTo>
                  <a:pt x="64" y="73"/>
                  <a:pt x="64" y="73"/>
                  <a:pt x="64" y="73"/>
                </a:cubicBezTo>
                <a:cubicBezTo>
                  <a:pt x="64" y="73"/>
                  <a:pt x="64" y="73"/>
                  <a:pt x="64" y="73"/>
                </a:cubicBezTo>
                <a:cubicBezTo>
                  <a:pt x="64" y="73"/>
                  <a:pt x="64" y="73"/>
                  <a:pt x="64" y="73"/>
                </a:cubicBezTo>
                <a:cubicBezTo>
                  <a:pt x="64" y="73"/>
                  <a:pt x="64" y="73"/>
                  <a:pt x="64" y="73"/>
                </a:cubicBezTo>
                <a:cubicBezTo>
                  <a:pt x="64" y="73"/>
                  <a:pt x="63" y="73"/>
                  <a:pt x="63" y="73"/>
                </a:cubicBezTo>
                <a:cubicBezTo>
                  <a:pt x="63" y="73"/>
                  <a:pt x="63" y="72"/>
                  <a:pt x="63" y="72"/>
                </a:cubicBezTo>
                <a:cubicBezTo>
                  <a:pt x="63" y="72"/>
                  <a:pt x="63" y="72"/>
                  <a:pt x="63" y="72"/>
                </a:cubicBezTo>
                <a:cubicBezTo>
                  <a:pt x="63" y="72"/>
                  <a:pt x="63" y="72"/>
                  <a:pt x="63" y="72"/>
                </a:cubicBezTo>
                <a:cubicBezTo>
                  <a:pt x="63" y="73"/>
                  <a:pt x="63" y="72"/>
                  <a:pt x="63" y="72"/>
                </a:cubicBezTo>
                <a:cubicBezTo>
                  <a:pt x="63" y="72"/>
                  <a:pt x="63" y="73"/>
                  <a:pt x="63" y="73"/>
                </a:cubicBezTo>
                <a:cubicBezTo>
                  <a:pt x="62" y="73"/>
                  <a:pt x="62" y="73"/>
                  <a:pt x="62" y="72"/>
                </a:cubicBezTo>
                <a:cubicBezTo>
                  <a:pt x="62" y="72"/>
                  <a:pt x="62" y="72"/>
                  <a:pt x="62" y="72"/>
                </a:cubicBezTo>
                <a:cubicBezTo>
                  <a:pt x="62" y="72"/>
                  <a:pt x="62" y="72"/>
                  <a:pt x="62" y="72"/>
                </a:cubicBezTo>
                <a:cubicBezTo>
                  <a:pt x="62" y="72"/>
                  <a:pt x="63" y="72"/>
                  <a:pt x="62" y="71"/>
                </a:cubicBezTo>
                <a:cubicBezTo>
                  <a:pt x="62" y="72"/>
                  <a:pt x="62" y="72"/>
                  <a:pt x="61" y="72"/>
                </a:cubicBezTo>
                <a:cubicBezTo>
                  <a:pt x="62" y="72"/>
                  <a:pt x="62" y="72"/>
                  <a:pt x="62" y="71"/>
                </a:cubicBezTo>
                <a:cubicBezTo>
                  <a:pt x="62" y="71"/>
                  <a:pt x="62" y="71"/>
                  <a:pt x="62" y="71"/>
                </a:cubicBezTo>
                <a:cubicBezTo>
                  <a:pt x="62" y="71"/>
                  <a:pt x="62" y="71"/>
                  <a:pt x="62" y="71"/>
                </a:cubicBezTo>
                <a:cubicBezTo>
                  <a:pt x="62" y="71"/>
                  <a:pt x="62" y="71"/>
                  <a:pt x="62" y="72"/>
                </a:cubicBezTo>
                <a:cubicBezTo>
                  <a:pt x="61" y="71"/>
                  <a:pt x="61" y="71"/>
                  <a:pt x="61" y="71"/>
                </a:cubicBezTo>
                <a:cubicBezTo>
                  <a:pt x="61" y="71"/>
                  <a:pt x="61" y="71"/>
                  <a:pt x="61" y="71"/>
                </a:cubicBezTo>
                <a:cubicBezTo>
                  <a:pt x="62" y="71"/>
                  <a:pt x="62" y="71"/>
                  <a:pt x="62" y="71"/>
                </a:cubicBezTo>
                <a:cubicBezTo>
                  <a:pt x="62" y="71"/>
                  <a:pt x="62" y="71"/>
                  <a:pt x="62" y="71"/>
                </a:cubicBezTo>
                <a:cubicBezTo>
                  <a:pt x="61" y="71"/>
                  <a:pt x="61" y="71"/>
                  <a:pt x="61" y="71"/>
                </a:cubicBezTo>
                <a:cubicBezTo>
                  <a:pt x="61" y="71"/>
                  <a:pt x="61" y="71"/>
                  <a:pt x="60" y="71"/>
                </a:cubicBezTo>
                <a:cubicBezTo>
                  <a:pt x="60" y="71"/>
                  <a:pt x="60" y="71"/>
                  <a:pt x="60" y="70"/>
                </a:cubicBezTo>
                <a:cubicBezTo>
                  <a:pt x="60" y="70"/>
                  <a:pt x="60" y="70"/>
                  <a:pt x="61" y="70"/>
                </a:cubicBezTo>
                <a:cubicBezTo>
                  <a:pt x="61" y="69"/>
                  <a:pt x="61" y="69"/>
                  <a:pt x="61" y="69"/>
                </a:cubicBezTo>
                <a:cubicBezTo>
                  <a:pt x="61" y="69"/>
                  <a:pt x="61" y="69"/>
                  <a:pt x="61" y="69"/>
                </a:cubicBezTo>
                <a:cubicBezTo>
                  <a:pt x="60" y="69"/>
                  <a:pt x="60" y="70"/>
                  <a:pt x="60" y="70"/>
                </a:cubicBezTo>
                <a:cubicBezTo>
                  <a:pt x="60" y="70"/>
                  <a:pt x="60" y="70"/>
                  <a:pt x="60" y="70"/>
                </a:cubicBezTo>
                <a:cubicBezTo>
                  <a:pt x="60" y="70"/>
                  <a:pt x="60" y="70"/>
                  <a:pt x="60" y="69"/>
                </a:cubicBezTo>
                <a:cubicBezTo>
                  <a:pt x="60" y="69"/>
                  <a:pt x="60" y="69"/>
                  <a:pt x="60" y="69"/>
                </a:cubicBezTo>
                <a:cubicBezTo>
                  <a:pt x="60" y="69"/>
                  <a:pt x="60" y="70"/>
                  <a:pt x="60" y="70"/>
                </a:cubicBezTo>
                <a:cubicBezTo>
                  <a:pt x="59" y="69"/>
                  <a:pt x="60" y="69"/>
                  <a:pt x="60" y="69"/>
                </a:cubicBezTo>
                <a:cubicBezTo>
                  <a:pt x="60" y="69"/>
                  <a:pt x="60" y="69"/>
                  <a:pt x="59" y="69"/>
                </a:cubicBezTo>
                <a:cubicBezTo>
                  <a:pt x="59" y="69"/>
                  <a:pt x="59" y="69"/>
                  <a:pt x="59" y="69"/>
                </a:cubicBezTo>
                <a:cubicBezTo>
                  <a:pt x="59" y="69"/>
                  <a:pt x="59" y="69"/>
                  <a:pt x="59" y="69"/>
                </a:cubicBezTo>
                <a:cubicBezTo>
                  <a:pt x="59" y="68"/>
                  <a:pt x="59" y="68"/>
                  <a:pt x="60" y="68"/>
                </a:cubicBezTo>
                <a:cubicBezTo>
                  <a:pt x="59" y="68"/>
                  <a:pt x="59" y="68"/>
                  <a:pt x="59" y="68"/>
                </a:cubicBezTo>
                <a:cubicBezTo>
                  <a:pt x="59" y="68"/>
                  <a:pt x="59"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7"/>
                  <a:pt x="58" y="67"/>
                </a:cubicBezTo>
                <a:cubicBezTo>
                  <a:pt x="58" y="67"/>
                  <a:pt x="58" y="67"/>
                  <a:pt x="59" y="67"/>
                </a:cubicBezTo>
                <a:cubicBezTo>
                  <a:pt x="59" y="67"/>
                  <a:pt x="59" y="67"/>
                  <a:pt x="60" y="67"/>
                </a:cubicBezTo>
                <a:cubicBezTo>
                  <a:pt x="60" y="67"/>
                  <a:pt x="60" y="67"/>
                  <a:pt x="60" y="67"/>
                </a:cubicBezTo>
                <a:cubicBezTo>
                  <a:pt x="60" y="67"/>
                  <a:pt x="60" y="67"/>
                  <a:pt x="60" y="66"/>
                </a:cubicBezTo>
                <a:cubicBezTo>
                  <a:pt x="60" y="67"/>
                  <a:pt x="60" y="67"/>
                  <a:pt x="60" y="67"/>
                </a:cubicBezTo>
                <a:cubicBezTo>
                  <a:pt x="59" y="67"/>
                  <a:pt x="59" y="67"/>
                  <a:pt x="59" y="67"/>
                </a:cubicBezTo>
                <a:cubicBezTo>
                  <a:pt x="58" y="67"/>
                  <a:pt x="58" y="67"/>
                  <a:pt x="58" y="67"/>
                </a:cubicBezTo>
                <a:cubicBezTo>
                  <a:pt x="58" y="67"/>
                  <a:pt x="58" y="67"/>
                  <a:pt x="58" y="67"/>
                </a:cubicBezTo>
                <a:cubicBezTo>
                  <a:pt x="58" y="67"/>
                  <a:pt x="59" y="67"/>
                  <a:pt x="59" y="66"/>
                </a:cubicBezTo>
                <a:cubicBezTo>
                  <a:pt x="59" y="66"/>
                  <a:pt x="59" y="66"/>
                  <a:pt x="59" y="66"/>
                </a:cubicBezTo>
                <a:cubicBezTo>
                  <a:pt x="59" y="66"/>
                  <a:pt x="59" y="66"/>
                  <a:pt x="59" y="66"/>
                </a:cubicBezTo>
                <a:cubicBezTo>
                  <a:pt x="59" y="66"/>
                  <a:pt x="59" y="66"/>
                  <a:pt x="59" y="66"/>
                </a:cubicBezTo>
                <a:cubicBezTo>
                  <a:pt x="59" y="66"/>
                  <a:pt x="59" y="66"/>
                  <a:pt x="60" y="66"/>
                </a:cubicBezTo>
                <a:cubicBezTo>
                  <a:pt x="60" y="66"/>
                  <a:pt x="60" y="66"/>
                  <a:pt x="60" y="66"/>
                </a:cubicBezTo>
                <a:cubicBezTo>
                  <a:pt x="60" y="66"/>
                  <a:pt x="61" y="66"/>
                  <a:pt x="61" y="66"/>
                </a:cubicBezTo>
                <a:cubicBezTo>
                  <a:pt x="61" y="66"/>
                  <a:pt x="61" y="66"/>
                  <a:pt x="61" y="66"/>
                </a:cubicBezTo>
                <a:cubicBezTo>
                  <a:pt x="61" y="66"/>
                  <a:pt x="61" y="66"/>
                  <a:pt x="61" y="66"/>
                </a:cubicBezTo>
                <a:cubicBezTo>
                  <a:pt x="61" y="66"/>
                  <a:pt x="60" y="66"/>
                  <a:pt x="60" y="66"/>
                </a:cubicBezTo>
                <a:cubicBezTo>
                  <a:pt x="60" y="66"/>
                  <a:pt x="60" y="66"/>
                  <a:pt x="60" y="65"/>
                </a:cubicBezTo>
                <a:cubicBezTo>
                  <a:pt x="60" y="65"/>
                  <a:pt x="60" y="66"/>
                  <a:pt x="59" y="66"/>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6"/>
                  <a:pt x="59" y="66"/>
                </a:cubicBezTo>
                <a:cubicBezTo>
                  <a:pt x="59" y="66"/>
                  <a:pt x="59" y="66"/>
                  <a:pt x="59" y="66"/>
                </a:cubicBezTo>
                <a:cubicBezTo>
                  <a:pt x="59" y="66"/>
                  <a:pt x="59" y="66"/>
                  <a:pt x="59" y="66"/>
                </a:cubicBezTo>
                <a:cubicBezTo>
                  <a:pt x="59" y="66"/>
                  <a:pt x="59" y="66"/>
                  <a:pt x="58" y="66"/>
                </a:cubicBezTo>
                <a:cubicBezTo>
                  <a:pt x="58" y="66"/>
                  <a:pt x="58" y="66"/>
                  <a:pt x="58" y="66"/>
                </a:cubicBezTo>
                <a:cubicBezTo>
                  <a:pt x="58" y="66"/>
                  <a:pt x="58" y="66"/>
                  <a:pt x="58" y="66"/>
                </a:cubicBezTo>
                <a:cubicBezTo>
                  <a:pt x="58" y="66"/>
                  <a:pt x="58" y="66"/>
                  <a:pt x="58" y="66"/>
                </a:cubicBezTo>
                <a:cubicBezTo>
                  <a:pt x="58" y="66"/>
                  <a:pt x="58" y="67"/>
                  <a:pt x="58" y="67"/>
                </a:cubicBezTo>
                <a:cubicBezTo>
                  <a:pt x="58" y="67"/>
                  <a:pt x="57" y="67"/>
                  <a:pt x="57" y="67"/>
                </a:cubicBezTo>
                <a:cubicBezTo>
                  <a:pt x="57" y="67"/>
                  <a:pt x="57" y="67"/>
                  <a:pt x="57" y="67"/>
                </a:cubicBezTo>
                <a:cubicBezTo>
                  <a:pt x="57" y="67"/>
                  <a:pt x="57" y="67"/>
                  <a:pt x="57" y="66"/>
                </a:cubicBezTo>
                <a:cubicBezTo>
                  <a:pt x="57" y="66"/>
                  <a:pt x="57" y="66"/>
                  <a:pt x="58" y="65"/>
                </a:cubicBezTo>
                <a:cubicBezTo>
                  <a:pt x="58" y="65"/>
                  <a:pt x="58" y="65"/>
                  <a:pt x="58"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6" y="64"/>
                </a:cubicBezTo>
                <a:cubicBezTo>
                  <a:pt x="56" y="64"/>
                  <a:pt x="56" y="64"/>
                  <a:pt x="56" y="64"/>
                </a:cubicBezTo>
                <a:cubicBezTo>
                  <a:pt x="56" y="64"/>
                  <a:pt x="56" y="64"/>
                  <a:pt x="56" y="64"/>
                </a:cubicBezTo>
                <a:cubicBezTo>
                  <a:pt x="56" y="64"/>
                  <a:pt x="56" y="63"/>
                  <a:pt x="56" y="63"/>
                </a:cubicBezTo>
                <a:cubicBezTo>
                  <a:pt x="56" y="63"/>
                  <a:pt x="56" y="63"/>
                  <a:pt x="55" y="63"/>
                </a:cubicBezTo>
                <a:cubicBezTo>
                  <a:pt x="55" y="63"/>
                  <a:pt x="55" y="63"/>
                  <a:pt x="55" y="63"/>
                </a:cubicBezTo>
                <a:cubicBezTo>
                  <a:pt x="55" y="63"/>
                  <a:pt x="56" y="63"/>
                  <a:pt x="56" y="63"/>
                </a:cubicBezTo>
                <a:cubicBezTo>
                  <a:pt x="56" y="63"/>
                  <a:pt x="57" y="62"/>
                  <a:pt x="57" y="62"/>
                </a:cubicBezTo>
                <a:cubicBezTo>
                  <a:pt x="57" y="62"/>
                  <a:pt x="57" y="62"/>
                  <a:pt x="57" y="62"/>
                </a:cubicBezTo>
                <a:cubicBezTo>
                  <a:pt x="57" y="62"/>
                  <a:pt x="58" y="62"/>
                  <a:pt x="58" y="62"/>
                </a:cubicBezTo>
                <a:cubicBezTo>
                  <a:pt x="58" y="62"/>
                  <a:pt x="58" y="62"/>
                  <a:pt x="58" y="62"/>
                </a:cubicBezTo>
                <a:cubicBezTo>
                  <a:pt x="58" y="61"/>
                  <a:pt x="58" y="61"/>
                  <a:pt x="58" y="61"/>
                </a:cubicBezTo>
                <a:cubicBezTo>
                  <a:pt x="59" y="61"/>
                  <a:pt x="59" y="61"/>
                  <a:pt x="60" y="61"/>
                </a:cubicBezTo>
                <a:cubicBezTo>
                  <a:pt x="60" y="61"/>
                  <a:pt x="60" y="61"/>
                  <a:pt x="60" y="61"/>
                </a:cubicBezTo>
                <a:cubicBezTo>
                  <a:pt x="60" y="61"/>
                  <a:pt x="60" y="61"/>
                  <a:pt x="60" y="61"/>
                </a:cubicBezTo>
                <a:cubicBezTo>
                  <a:pt x="59" y="61"/>
                  <a:pt x="59" y="61"/>
                  <a:pt x="59" y="61"/>
                </a:cubicBezTo>
                <a:cubicBezTo>
                  <a:pt x="59" y="61"/>
                  <a:pt x="59" y="61"/>
                  <a:pt x="59" y="61"/>
                </a:cubicBezTo>
                <a:cubicBezTo>
                  <a:pt x="59" y="61"/>
                  <a:pt x="58" y="61"/>
                  <a:pt x="58" y="61"/>
                </a:cubicBezTo>
                <a:cubicBezTo>
                  <a:pt x="58" y="61"/>
                  <a:pt x="58" y="61"/>
                  <a:pt x="58" y="61"/>
                </a:cubicBezTo>
                <a:cubicBezTo>
                  <a:pt x="58" y="61"/>
                  <a:pt x="57" y="62"/>
                  <a:pt x="57" y="62"/>
                </a:cubicBezTo>
                <a:cubicBezTo>
                  <a:pt x="57" y="62"/>
                  <a:pt x="57" y="62"/>
                  <a:pt x="57" y="62"/>
                </a:cubicBezTo>
                <a:cubicBezTo>
                  <a:pt x="57" y="62"/>
                  <a:pt x="56" y="62"/>
                  <a:pt x="56" y="63"/>
                </a:cubicBezTo>
                <a:cubicBezTo>
                  <a:pt x="56" y="63"/>
                  <a:pt x="56" y="63"/>
                  <a:pt x="55" y="63"/>
                </a:cubicBezTo>
                <a:cubicBezTo>
                  <a:pt x="55" y="63"/>
                  <a:pt x="55" y="63"/>
                  <a:pt x="55" y="63"/>
                </a:cubicBezTo>
                <a:cubicBezTo>
                  <a:pt x="55" y="63"/>
                  <a:pt x="55" y="63"/>
                  <a:pt x="55" y="63"/>
                </a:cubicBezTo>
                <a:cubicBezTo>
                  <a:pt x="55" y="63"/>
                  <a:pt x="55" y="63"/>
                  <a:pt x="55" y="62"/>
                </a:cubicBezTo>
                <a:cubicBezTo>
                  <a:pt x="55" y="62"/>
                  <a:pt x="55" y="62"/>
                  <a:pt x="55" y="62"/>
                </a:cubicBezTo>
                <a:cubicBezTo>
                  <a:pt x="55" y="62"/>
                  <a:pt x="56" y="62"/>
                  <a:pt x="56" y="62"/>
                </a:cubicBezTo>
                <a:cubicBezTo>
                  <a:pt x="56" y="62"/>
                  <a:pt x="56" y="62"/>
                  <a:pt x="56" y="62"/>
                </a:cubicBezTo>
                <a:cubicBezTo>
                  <a:pt x="56" y="62"/>
                  <a:pt x="56" y="62"/>
                  <a:pt x="55" y="62"/>
                </a:cubicBezTo>
                <a:cubicBezTo>
                  <a:pt x="55" y="62"/>
                  <a:pt x="55" y="62"/>
                  <a:pt x="55" y="62"/>
                </a:cubicBezTo>
                <a:cubicBezTo>
                  <a:pt x="56" y="61"/>
                  <a:pt x="57" y="62"/>
                  <a:pt x="57" y="61"/>
                </a:cubicBezTo>
                <a:cubicBezTo>
                  <a:pt x="57" y="61"/>
                  <a:pt x="57" y="61"/>
                  <a:pt x="57" y="61"/>
                </a:cubicBezTo>
                <a:cubicBezTo>
                  <a:pt x="57" y="61"/>
                  <a:pt x="56" y="61"/>
                  <a:pt x="56" y="61"/>
                </a:cubicBezTo>
                <a:cubicBezTo>
                  <a:pt x="56" y="61"/>
                  <a:pt x="56" y="61"/>
                  <a:pt x="56" y="61"/>
                </a:cubicBezTo>
                <a:cubicBezTo>
                  <a:pt x="55" y="61"/>
                  <a:pt x="55" y="61"/>
                  <a:pt x="55" y="61"/>
                </a:cubicBezTo>
                <a:cubicBezTo>
                  <a:pt x="55" y="61"/>
                  <a:pt x="55" y="61"/>
                  <a:pt x="55" y="61"/>
                </a:cubicBezTo>
                <a:cubicBezTo>
                  <a:pt x="55" y="61"/>
                  <a:pt x="55" y="61"/>
                  <a:pt x="55" y="61"/>
                </a:cubicBezTo>
                <a:cubicBezTo>
                  <a:pt x="56" y="60"/>
                  <a:pt x="57" y="60"/>
                  <a:pt x="58" y="60"/>
                </a:cubicBezTo>
                <a:cubicBezTo>
                  <a:pt x="58" y="60"/>
                  <a:pt x="58" y="60"/>
                  <a:pt x="58" y="60"/>
                </a:cubicBezTo>
                <a:cubicBezTo>
                  <a:pt x="58" y="60"/>
                  <a:pt x="58" y="60"/>
                  <a:pt x="58" y="60"/>
                </a:cubicBezTo>
                <a:cubicBezTo>
                  <a:pt x="58" y="60"/>
                  <a:pt x="58" y="60"/>
                  <a:pt x="57" y="60"/>
                </a:cubicBezTo>
                <a:cubicBezTo>
                  <a:pt x="57" y="60"/>
                  <a:pt x="57" y="60"/>
                  <a:pt x="57" y="60"/>
                </a:cubicBezTo>
                <a:cubicBezTo>
                  <a:pt x="57" y="60"/>
                  <a:pt x="57" y="60"/>
                  <a:pt x="57" y="60"/>
                </a:cubicBezTo>
                <a:cubicBezTo>
                  <a:pt x="56" y="60"/>
                  <a:pt x="55" y="60"/>
                  <a:pt x="55" y="60"/>
                </a:cubicBezTo>
                <a:cubicBezTo>
                  <a:pt x="55" y="60"/>
                  <a:pt x="55" y="60"/>
                  <a:pt x="55" y="60"/>
                </a:cubicBezTo>
                <a:cubicBezTo>
                  <a:pt x="55" y="60"/>
                  <a:pt x="55" y="60"/>
                  <a:pt x="55" y="60"/>
                </a:cubicBezTo>
                <a:cubicBezTo>
                  <a:pt x="56" y="60"/>
                  <a:pt x="56" y="60"/>
                  <a:pt x="56" y="59"/>
                </a:cubicBezTo>
                <a:cubicBezTo>
                  <a:pt x="56" y="59"/>
                  <a:pt x="56" y="59"/>
                  <a:pt x="57" y="59"/>
                </a:cubicBezTo>
                <a:cubicBezTo>
                  <a:pt x="57" y="59"/>
                  <a:pt x="57" y="59"/>
                  <a:pt x="57" y="59"/>
                </a:cubicBezTo>
                <a:cubicBezTo>
                  <a:pt x="58" y="59"/>
                  <a:pt x="58" y="59"/>
                  <a:pt x="58" y="59"/>
                </a:cubicBezTo>
                <a:cubicBezTo>
                  <a:pt x="58" y="59"/>
                  <a:pt x="58" y="59"/>
                  <a:pt x="58" y="59"/>
                </a:cubicBezTo>
                <a:cubicBezTo>
                  <a:pt x="58" y="59"/>
                  <a:pt x="58" y="59"/>
                  <a:pt x="59" y="59"/>
                </a:cubicBezTo>
                <a:cubicBezTo>
                  <a:pt x="59" y="59"/>
                  <a:pt x="59" y="59"/>
                  <a:pt x="59" y="59"/>
                </a:cubicBezTo>
                <a:cubicBezTo>
                  <a:pt x="58" y="59"/>
                  <a:pt x="58" y="59"/>
                  <a:pt x="58" y="59"/>
                </a:cubicBezTo>
                <a:cubicBezTo>
                  <a:pt x="58" y="59"/>
                  <a:pt x="58" y="59"/>
                  <a:pt x="58" y="59"/>
                </a:cubicBezTo>
                <a:cubicBezTo>
                  <a:pt x="58" y="59"/>
                  <a:pt x="58" y="59"/>
                  <a:pt x="58" y="59"/>
                </a:cubicBezTo>
                <a:cubicBezTo>
                  <a:pt x="58" y="59"/>
                  <a:pt x="58" y="59"/>
                  <a:pt x="57" y="59"/>
                </a:cubicBezTo>
                <a:cubicBezTo>
                  <a:pt x="57" y="59"/>
                  <a:pt x="57" y="59"/>
                  <a:pt x="57" y="59"/>
                </a:cubicBezTo>
                <a:cubicBezTo>
                  <a:pt x="57" y="59"/>
                  <a:pt x="57" y="59"/>
                  <a:pt x="57" y="59"/>
                </a:cubicBezTo>
                <a:cubicBezTo>
                  <a:pt x="57" y="59"/>
                  <a:pt x="56" y="59"/>
                  <a:pt x="56" y="59"/>
                </a:cubicBezTo>
                <a:cubicBezTo>
                  <a:pt x="56" y="59"/>
                  <a:pt x="56" y="59"/>
                  <a:pt x="56" y="59"/>
                </a:cubicBezTo>
                <a:cubicBezTo>
                  <a:pt x="56" y="59"/>
                  <a:pt x="55" y="60"/>
                  <a:pt x="55" y="60"/>
                </a:cubicBezTo>
                <a:cubicBezTo>
                  <a:pt x="55" y="60"/>
                  <a:pt x="55" y="60"/>
                  <a:pt x="55" y="60"/>
                </a:cubicBezTo>
                <a:cubicBezTo>
                  <a:pt x="55" y="60"/>
                  <a:pt x="55" y="59"/>
                  <a:pt x="55" y="59"/>
                </a:cubicBezTo>
                <a:cubicBezTo>
                  <a:pt x="55" y="59"/>
                  <a:pt x="55" y="59"/>
                  <a:pt x="56" y="59"/>
                </a:cubicBezTo>
                <a:cubicBezTo>
                  <a:pt x="56" y="59"/>
                  <a:pt x="57" y="59"/>
                  <a:pt x="57" y="59"/>
                </a:cubicBezTo>
                <a:cubicBezTo>
                  <a:pt x="57" y="59"/>
                  <a:pt x="57" y="59"/>
                  <a:pt x="57" y="59"/>
                </a:cubicBezTo>
                <a:cubicBezTo>
                  <a:pt x="56" y="59"/>
                  <a:pt x="56" y="59"/>
                  <a:pt x="56" y="58"/>
                </a:cubicBezTo>
                <a:cubicBezTo>
                  <a:pt x="56" y="58"/>
                  <a:pt x="56" y="58"/>
                  <a:pt x="56" y="58"/>
                </a:cubicBezTo>
                <a:cubicBezTo>
                  <a:pt x="56" y="58"/>
                  <a:pt x="56" y="58"/>
                  <a:pt x="56" y="58"/>
                </a:cubicBezTo>
                <a:cubicBezTo>
                  <a:pt x="56" y="58"/>
                  <a:pt x="56" y="58"/>
                  <a:pt x="57" y="58"/>
                </a:cubicBezTo>
                <a:cubicBezTo>
                  <a:pt x="57" y="59"/>
                  <a:pt x="57" y="59"/>
                  <a:pt x="57" y="59"/>
                </a:cubicBezTo>
                <a:cubicBezTo>
                  <a:pt x="58" y="59"/>
                  <a:pt x="58" y="59"/>
                  <a:pt x="58" y="58"/>
                </a:cubicBezTo>
                <a:cubicBezTo>
                  <a:pt x="58" y="58"/>
                  <a:pt x="59" y="59"/>
                  <a:pt x="59" y="59"/>
                </a:cubicBezTo>
                <a:cubicBezTo>
                  <a:pt x="59" y="59"/>
                  <a:pt x="59" y="59"/>
                  <a:pt x="59" y="59"/>
                </a:cubicBezTo>
                <a:cubicBezTo>
                  <a:pt x="59"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7" y="58"/>
                  <a:pt x="57" y="58"/>
                  <a:pt x="57" y="58"/>
                </a:cubicBezTo>
                <a:cubicBezTo>
                  <a:pt x="57" y="58"/>
                  <a:pt x="57" y="58"/>
                  <a:pt x="57" y="58"/>
                </a:cubicBezTo>
                <a:cubicBezTo>
                  <a:pt x="56" y="58"/>
                  <a:pt x="56" y="58"/>
                  <a:pt x="56" y="58"/>
                </a:cubicBezTo>
                <a:cubicBezTo>
                  <a:pt x="56" y="58"/>
                  <a:pt x="56" y="58"/>
                  <a:pt x="56" y="58"/>
                </a:cubicBezTo>
                <a:cubicBezTo>
                  <a:pt x="56" y="58"/>
                  <a:pt x="56" y="58"/>
                  <a:pt x="57" y="57"/>
                </a:cubicBezTo>
                <a:cubicBezTo>
                  <a:pt x="57" y="57"/>
                  <a:pt x="57" y="57"/>
                  <a:pt x="57" y="57"/>
                </a:cubicBezTo>
                <a:cubicBezTo>
                  <a:pt x="58" y="57"/>
                  <a:pt x="58" y="57"/>
                  <a:pt x="58" y="57"/>
                </a:cubicBezTo>
                <a:cubicBezTo>
                  <a:pt x="58" y="57"/>
                  <a:pt x="58" y="57"/>
                  <a:pt x="59" y="57"/>
                </a:cubicBezTo>
                <a:cubicBezTo>
                  <a:pt x="59" y="57"/>
                  <a:pt x="59" y="57"/>
                  <a:pt x="59" y="57"/>
                </a:cubicBezTo>
                <a:cubicBezTo>
                  <a:pt x="58" y="57"/>
                  <a:pt x="58" y="57"/>
                  <a:pt x="58" y="57"/>
                </a:cubicBezTo>
                <a:cubicBezTo>
                  <a:pt x="58" y="57"/>
                  <a:pt x="58" y="57"/>
                  <a:pt x="58" y="57"/>
                </a:cubicBezTo>
                <a:cubicBezTo>
                  <a:pt x="58" y="57"/>
                  <a:pt x="58" y="57"/>
                  <a:pt x="58" y="56"/>
                </a:cubicBezTo>
                <a:cubicBezTo>
                  <a:pt x="58" y="56"/>
                  <a:pt x="58" y="56"/>
                  <a:pt x="58" y="56"/>
                </a:cubicBezTo>
                <a:cubicBezTo>
                  <a:pt x="58"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8" y="56"/>
                </a:cubicBezTo>
                <a:cubicBezTo>
                  <a:pt x="58" y="56"/>
                  <a:pt x="58" y="56"/>
                  <a:pt x="58" y="56"/>
                </a:cubicBezTo>
                <a:cubicBezTo>
                  <a:pt x="59" y="56"/>
                  <a:pt x="59" y="56"/>
                  <a:pt x="59" y="56"/>
                </a:cubicBezTo>
                <a:cubicBezTo>
                  <a:pt x="59" y="56"/>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4"/>
                  <a:pt x="59" y="54"/>
                  <a:pt x="59" y="54"/>
                </a:cubicBezTo>
                <a:cubicBezTo>
                  <a:pt x="59" y="54"/>
                  <a:pt x="59" y="54"/>
                  <a:pt x="59" y="54"/>
                </a:cubicBezTo>
                <a:cubicBezTo>
                  <a:pt x="59" y="54"/>
                  <a:pt x="59" y="54"/>
                  <a:pt x="59" y="54"/>
                </a:cubicBezTo>
                <a:cubicBezTo>
                  <a:pt x="59" y="54"/>
                  <a:pt x="59"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7" y="54"/>
                  <a:pt x="57" y="54"/>
                  <a:pt x="57" y="54"/>
                </a:cubicBezTo>
                <a:cubicBezTo>
                  <a:pt x="57" y="54"/>
                  <a:pt x="56" y="54"/>
                  <a:pt x="56" y="54"/>
                </a:cubicBezTo>
                <a:cubicBezTo>
                  <a:pt x="56" y="54"/>
                  <a:pt x="56" y="54"/>
                  <a:pt x="56" y="54"/>
                </a:cubicBezTo>
                <a:cubicBezTo>
                  <a:pt x="56" y="54"/>
                  <a:pt x="56" y="54"/>
                  <a:pt x="56" y="54"/>
                </a:cubicBezTo>
                <a:cubicBezTo>
                  <a:pt x="56" y="54"/>
                  <a:pt x="55" y="54"/>
                  <a:pt x="55" y="54"/>
                </a:cubicBezTo>
                <a:cubicBezTo>
                  <a:pt x="55" y="54"/>
                  <a:pt x="55" y="54"/>
                  <a:pt x="55" y="54"/>
                </a:cubicBezTo>
                <a:cubicBezTo>
                  <a:pt x="56" y="54"/>
                  <a:pt x="56" y="54"/>
                  <a:pt x="56" y="54"/>
                </a:cubicBezTo>
                <a:cubicBezTo>
                  <a:pt x="56" y="54"/>
                  <a:pt x="56" y="54"/>
                  <a:pt x="57" y="55"/>
                </a:cubicBezTo>
                <a:cubicBezTo>
                  <a:pt x="57" y="55"/>
                  <a:pt x="58" y="55"/>
                  <a:pt x="57" y="55"/>
                </a:cubicBezTo>
                <a:cubicBezTo>
                  <a:pt x="57" y="55"/>
                  <a:pt x="57" y="56"/>
                  <a:pt x="56" y="56"/>
                </a:cubicBezTo>
                <a:cubicBezTo>
                  <a:pt x="56" y="56"/>
                  <a:pt x="56" y="56"/>
                  <a:pt x="56" y="56"/>
                </a:cubicBezTo>
                <a:cubicBezTo>
                  <a:pt x="56" y="56"/>
                  <a:pt x="55" y="56"/>
                  <a:pt x="55" y="56"/>
                </a:cubicBezTo>
                <a:cubicBezTo>
                  <a:pt x="55" y="56"/>
                  <a:pt x="55" y="56"/>
                  <a:pt x="55" y="56"/>
                </a:cubicBezTo>
                <a:cubicBezTo>
                  <a:pt x="55" y="56"/>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4" y="55"/>
                  <a:pt x="54" y="55"/>
                  <a:pt x="54" y="55"/>
                </a:cubicBezTo>
                <a:cubicBezTo>
                  <a:pt x="54" y="55"/>
                  <a:pt x="54" y="55"/>
                  <a:pt x="54" y="55"/>
                </a:cubicBezTo>
                <a:cubicBezTo>
                  <a:pt x="51" y="58"/>
                  <a:pt x="48" y="61"/>
                  <a:pt x="46" y="64"/>
                </a:cubicBezTo>
                <a:cubicBezTo>
                  <a:pt x="46" y="64"/>
                  <a:pt x="46" y="64"/>
                  <a:pt x="46" y="64"/>
                </a:cubicBezTo>
                <a:cubicBezTo>
                  <a:pt x="47" y="64"/>
                  <a:pt x="47" y="65"/>
                  <a:pt x="47" y="65"/>
                </a:cubicBezTo>
                <a:cubicBezTo>
                  <a:pt x="47" y="65"/>
                  <a:pt x="47" y="65"/>
                  <a:pt x="47" y="65"/>
                </a:cubicBezTo>
                <a:cubicBezTo>
                  <a:pt x="47" y="65"/>
                  <a:pt x="47" y="65"/>
                  <a:pt x="47" y="66"/>
                </a:cubicBezTo>
                <a:cubicBezTo>
                  <a:pt x="47" y="66"/>
                  <a:pt x="47" y="66"/>
                  <a:pt x="47" y="66"/>
                </a:cubicBezTo>
                <a:cubicBezTo>
                  <a:pt x="47" y="66"/>
                  <a:pt x="48" y="66"/>
                  <a:pt x="48" y="66"/>
                </a:cubicBezTo>
                <a:cubicBezTo>
                  <a:pt x="48" y="66"/>
                  <a:pt x="48" y="66"/>
                  <a:pt x="48" y="66"/>
                </a:cubicBezTo>
                <a:cubicBezTo>
                  <a:pt x="49" y="66"/>
                  <a:pt x="49" y="66"/>
                  <a:pt x="49" y="66"/>
                </a:cubicBezTo>
                <a:cubicBezTo>
                  <a:pt x="50" y="66"/>
                  <a:pt x="50" y="67"/>
                  <a:pt x="51" y="67"/>
                </a:cubicBezTo>
                <a:cubicBezTo>
                  <a:pt x="51" y="67"/>
                  <a:pt x="51" y="67"/>
                  <a:pt x="51" y="67"/>
                </a:cubicBezTo>
                <a:cubicBezTo>
                  <a:pt x="50" y="67"/>
                  <a:pt x="50" y="67"/>
                  <a:pt x="50" y="67"/>
                </a:cubicBezTo>
                <a:cubicBezTo>
                  <a:pt x="50" y="68"/>
                  <a:pt x="49" y="67"/>
                  <a:pt x="49" y="67"/>
                </a:cubicBezTo>
                <a:cubicBezTo>
                  <a:pt x="49" y="67"/>
                  <a:pt x="49" y="67"/>
                  <a:pt x="49" y="67"/>
                </a:cubicBezTo>
                <a:cubicBezTo>
                  <a:pt x="49" y="68"/>
                  <a:pt x="50" y="68"/>
                  <a:pt x="50" y="68"/>
                </a:cubicBezTo>
                <a:cubicBezTo>
                  <a:pt x="49" y="68"/>
                  <a:pt x="49" y="68"/>
                  <a:pt x="49" y="69"/>
                </a:cubicBezTo>
                <a:cubicBezTo>
                  <a:pt x="48" y="69"/>
                  <a:pt x="48" y="68"/>
                  <a:pt x="48" y="68"/>
                </a:cubicBezTo>
                <a:cubicBezTo>
                  <a:pt x="48" y="68"/>
                  <a:pt x="48" y="68"/>
                  <a:pt x="48" y="68"/>
                </a:cubicBezTo>
                <a:cubicBezTo>
                  <a:pt x="48" y="69"/>
                  <a:pt x="48" y="69"/>
                  <a:pt x="48" y="69"/>
                </a:cubicBezTo>
                <a:cubicBezTo>
                  <a:pt x="48" y="69"/>
                  <a:pt x="48" y="70"/>
                  <a:pt x="48" y="70"/>
                </a:cubicBezTo>
                <a:cubicBezTo>
                  <a:pt x="48" y="70"/>
                  <a:pt x="48" y="70"/>
                  <a:pt x="48" y="70"/>
                </a:cubicBezTo>
                <a:cubicBezTo>
                  <a:pt x="48" y="70"/>
                  <a:pt x="47" y="70"/>
                  <a:pt x="47" y="70"/>
                </a:cubicBezTo>
                <a:cubicBezTo>
                  <a:pt x="47" y="69"/>
                  <a:pt x="47" y="69"/>
                  <a:pt x="47" y="69"/>
                </a:cubicBezTo>
                <a:cubicBezTo>
                  <a:pt x="47" y="69"/>
                  <a:pt x="46" y="69"/>
                  <a:pt x="46" y="69"/>
                </a:cubicBezTo>
                <a:cubicBezTo>
                  <a:pt x="46" y="69"/>
                  <a:pt x="46" y="69"/>
                  <a:pt x="46" y="69"/>
                </a:cubicBezTo>
                <a:cubicBezTo>
                  <a:pt x="46" y="68"/>
                  <a:pt x="46" y="68"/>
                  <a:pt x="46" y="68"/>
                </a:cubicBezTo>
                <a:cubicBezTo>
                  <a:pt x="46" y="68"/>
                  <a:pt x="46" y="68"/>
                  <a:pt x="45" y="68"/>
                </a:cubicBezTo>
                <a:cubicBezTo>
                  <a:pt x="45" y="68"/>
                  <a:pt x="44" y="67"/>
                  <a:pt x="44" y="67"/>
                </a:cubicBezTo>
                <a:cubicBezTo>
                  <a:pt x="44" y="67"/>
                  <a:pt x="43" y="68"/>
                  <a:pt x="43" y="68"/>
                </a:cubicBezTo>
                <a:cubicBezTo>
                  <a:pt x="43" y="68"/>
                  <a:pt x="43" y="68"/>
                  <a:pt x="44" y="68"/>
                </a:cubicBezTo>
                <a:cubicBezTo>
                  <a:pt x="44" y="68"/>
                  <a:pt x="44" y="68"/>
                  <a:pt x="43" y="68"/>
                </a:cubicBezTo>
                <a:cubicBezTo>
                  <a:pt x="43" y="68"/>
                  <a:pt x="43" y="68"/>
                  <a:pt x="43" y="68"/>
                </a:cubicBezTo>
                <a:cubicBezTo>
                  <a:pt x="43" y="68"/>
                  <a:pt x="43" y="68"/>
                  <a:pt x="43" y="68"/>
                </a:cubicBezTo>
                <a:cubicBezTo>
                  <a:pt x="43" y="68"/>
                  <a:pt x="43" y="68"/>
                  <a:pt x="43" y="69"/>
                </a:cubicBezTo>
                <a:cubicBezTo>
                  <a:pt x="43" y="69"/>
                  <a:pt x="43" y="69"/>
                  <a:pt x="43" y="69"/>
                </a:cubicBezTo>
                <a:cubicBezTo>
                  <a:pt x="43" y="69"/>
                  <a:pt x="43" y="69"/>
                  <a:pt x="43" y="69"/>
                </a:cubicBezTo>
                <a:cubicBezTo>
                  <a:pt x="44" y="69"/>
                  <a:pt x="44" y="70"/>
                  <a:pt x="44" y="70"/>
                </a:cubicBezTo>
                <a:cubicBezTo>
                  <a:pt x="44" y="70"/>
                  <a:pt x="44" y="70"/>
                  <a:pt x="44" y="70"/>
                </a:cubicBezTo>
                <a:cubicBezTo>
                  <a:pt x="44" y="70"/>
                  <a:pt x="44" y="70"/>
                  <a:pt x="45" y="70"/>
                </a:cubicBezTo>
                <a:cubicBezTo>
                  <a:pt x="45" y="70"/>
                  <a:pt x="45" y="71"/>
                  <a:pt x="45" y="71"/>
                </a:cubicBezTo>
                <a:cubicBezTo>
                  <a:pt x="46" y="71"/>
                  <a:pt x="46" y="71"/>
                  <a:pt x="46" y="71"/>
                </a:cubicBezTo>
                <a:cubicBezTo>
                  <a:pt x="46" y="71"/>
                  <a:pt x="46" y="71"/>
                  <a:pt x="46" y="71"/>
                </a:cubicBezTo>
                <a:cubicBezTo>
                  <a:pt x="46" y="71"/>
                  <a:pt x="46" y="71"/>
                  <a:pt x="46" y="71"/>
                </a:cubicBezTo>
                <a:cubicBezTo>
                  <a:pt x="46" y="71"/>
                  <a:pt x="46" y="71"/>
                  <a:pt x="46" y="71"/>
                </a:cubicBezTo>
                <a:cubicBezTo>
                  <a:pt x="46" y="72"/>
                  <a:pt x="47" y="72"/>
                  <a:pt x="47" y="73"/>
                </a:cubicBezTo>
                <a:cubicBezTo>
                  <a:pt x="47" y="73"/>
                  <a:pt x="47" y="73"/>
                  <a:pt x="47" y="73"/>
                </a:cubicBezTo>
                <a:cubicBezTo>
                  <a:pt x="47" y="73"/>
                  <a:pt x="46" y="72"/>
                  <a:pt x="46" y="72"/>
                </a:cubicBezTo>
                <a:cubicBezTo>
                  <a:pt x="46" y="73"/>
                  <a:pt x="46" y="73"/>
                  <a:pt x="46" y="74"/>
                </a:cubicBezTo>
                <a:cubicBezTo>
                  <a:pt x="46" y="74"/>
                  <a:pt x="46" y="74"/>
                  <a:pt x="46" y="74"/>
                </a:cubicBezTo>
                <a:cubicBezTo>
                  <a:pt x="46" y="74"/>
                  <a:pt x="46" y="74"/>
                  <a:pt x="46" y="74"/>
                </a:cubicBezTo>
                <a:cubicBezTo>
                  <a:pt x="46" y="74"/>
                  <a:pt x="46" y="74"/>
                  <a:pt x="46" y="75"/>
                </a:cubicBezTo>
                <a:cubicBezTo>
                  <a:pt x="46" y="74"/>
                  <a:pt x="46" y="74"/>
                  <a:pt x="45" y="74"/>
                </a:cubicBezTo>
                <a:cubicBezTo>
                  <a:pt x="44" y="74"/>
                  <a:pt x="44" y="73"/>
                  <a:pt x="43" y="72"/>
                </a:cubicBezTo>
                <a:cubicBezTo>
                  <a:pt x="43" y="72"/>
                  <a:pt x="43" y="73"/>
                  <a:pt x="43" y="73"/>
                </a:cubicBezTo>
                <a:cubicBezTo>
                  <a:pt x="42" y="73"/>
                  <a:pt x="42" y="72"/>
                  <a:pt x="42" y="72"/>
                </a:cubicBezTo>
                <a:cubicBezTo>
                  <a:pt x="42" y="73"/>
                  <a:pt x="43" y="74"/>
                  <a:pt x="43" y="74"/>
                </a:cubicBezTo>
                <a:cubicBezTo>
                  <a:pt x="44" y="74"/>
                  <a:pt x="45" y="75"/>
                  <a:pt x="45" y="76"/>
                </a:cubicBezTo>
                <a:cubicBezTo>
                  <a:pt x="44" y="76"/>
                  <a:pt x="43" y="75"/>
                  <a:pt x="43" y="75"/>
                </a:cubicBezTo>
                <a:cubicBezTo>
                  <a:pt x="42" y="75"/>
                  <a:pt x="42" y="75"/>
                  <a:pt x="41" y="75"/>
                </a:cubicBezTo>
                <a:cubicBezTo>
                  <a:pt x="41" y="75"/>
                  <a:pt x="41" y="74"/>
                  <a:pt x="41" y="74"/>
                </a:cubicBezTo>
                <a:cubicBezTo>
                  <a:pt x="41" y="74"/>
                  <a:pt x="40" y="74"/>
                  <a:pt x="40" y="74"/>
                </a:cubicBezTo>
                <a:cubicBezTo>
                  <a:pt x="40" y="74"/>
                  <a:pt x="40" y="74"/>
                  <a:pt x="40" y="74"/>
                </a:cubicBezTo>
                <a:cubicBezTo>
                  <a:pt x="40" y="74"/>
                  <a:pt x="39" y="74"/>
                  <a:pt x="39" y="74"/>
                </a:cubicBezTo>
                <a:cubicBezTo>
                  <a:pt x="39" y="74"/>
                  <a:pt x="39" y="74"/>
                  <a:pt x="39" y="74"/>
                </a:cubicBezTo>
                <a:cubicBezTo>
                  <a:pt x="39" y="75"/>
                  <a:pt x="38" y="75"/>
                  <a:pt x="38" y="76"/>
                </a:cubicBezTo>
                <a:cubicBezTo>
                  <a:pt x="38" y="76"/>
                  <a:pt x="38" y="76"/>
                  <a:pt x="38" y="76"/>
                </a:cubicBezTo>
                <a:cubicBezTo>
                  <a:pt x="38" y="77"/>
                  <a:pt x="38" y="77"/>
                  <a:pt x="38" y="77"/>
                </a:cubicBezTo>
                <a:cubicBezTo>
                  <a:pt x="39" y="77"/>
                  <a:pt x="40" y="77"/>
                  <a:pt x="40" y="78"/>
                </a:cubicBezTo>
                <a:cubicBezTo>
                  <a:pt x="41" y="78"/>
                  <a:pt x="41" y="77"/>
                  <a:pt x="41" y="77"/>
                </a:cubicBezTo>
                <a:cubicBezTo>
                  <a:pt x="41" y="77"/>
                  <a:pt x="41" y="78"/>
                  <a:pt x="41" y="78"/>
                </a:cubicBezTo>
                <a:cubicBezTo>
                  <a:pt x="41" y="78"/>
                  <a:pt x="41" y="78"/>
                  <a:pt x="41" y="78"/>
                </a:cubicBezTo>
                <a:cubicBezTo>
                  <a:pt x="40" y="78"/>
                  <a:pt x="41" y="80"/>
                  <a:pt x="41" y="81"/>
                </a:cubicBezTo>
                <a:cubicBezTo>
                  <a:pt x="41" y="81"/>
                  <a:pt x="41" y="81"/>
                  <a:pt x="40" y="81"/>
                </a:cubicBezTo>
                <a:cubicBezTo>
                  <a:pt x="40" y="81"/>
                  <a:pt x="40" y="81"/>
                  <a:pt x="41" y="82"/>
                </a:cubicBezTo>
                <a:cubicBezTo>
                  <a:pt x="41" y="82"/>
                  <a:pt x="41" y="82"/>
                  <a:pt x="41" y="82"/>
                </a:cubicBezTo>
                <a:cubicBezTo>
                  <a:pt x="41" y="81"/>
                  <a:pt x="42" y="81"/>
                  <a:pt x="43" y="82"/>
                </a:cubicBezTo>
                <a:cubicBezTo>
                  <a:pt x="43" y="82"/>
                  <a:pt x="43" y="82"/>
                  <a:pt x="42" y="82"/>
                </a:cubicBezTo>
                <a:cubicBezTo>
                  <a:pt x="43" y="82"/>
                  <a:pt x="43" y="82"/>
                  <a:pt x="43" y="82"/>
                </a:cubicBezTo>
                <a:cubicBezTo>
                  <a:pt x="43" y="82"/>
                  <a:pt x="44" y="82"/>
                  <a:pt x="44" y="82"/>
                </a:cubicBezTo>
                <a:cubicBezTo>
                  <a:pt x="44" y="82"/>
                  <a:pt x="44" y="81"/>
                  <a:pt x="44" y="81"/>
                </a:cubicBezTo>
                <a:cubicBezTo>
                  <a:pt x="45" y="81"/>
                  <a:pt x="45" y="82"/>
                  <a:pt x="45" y="82"/>
                </a:cubicBezTo>
                <a:cubicBezTo>
                  <a:pt x="45" y="82"/>
                  <a:pt x="45" y="82"/>
                  <a:pt x="45" y="82"/>
                </a:cubicBezTo>
                <a:cubicBezTo>
                  <a:pt x="45" y="81"/>
                  <a:pt x="45" y="81"/>
                  <a:pt x="46" y="80"/>
                </a:cubicBezTo>
                <a:cubicBezTo>
                  <a:pt x="45" y="79"/>
                  <a:pt x="46" y="80"/>
                  <a:pt x="46" y="79"/>
                </a:cubicBezTo>
                <a:cubicBezTo>
                  <a:pt x="46" y="79"/>
                  <a:pt x="46" y="79"/>
                  <a:pt x="46" y="79"/>
                </a:cubicBezTo>
                <a:cubicBezTo>
                  <a:pt x="47" y="79"/>
                  <a:pt x="47" y="79"/>
                  <a:pt x="47" y="79"/>
                </a:cubicBezTo>
                <a:cubicBezTo>
                  <a:pt x="47" y="79"/>
                  <a:pt x="48" y="81"/>
                  <a:pt x="49" y="81"/>
                </a:cubicBezTo>
                <a:cubicBezTo>
                  <a:pt x="49" y="82"/>
                  <a:pt x="48" y="82"/>
                  <a:pt x="48" y="82"/>
                </a:cubicBezTo>
                <a:cubicBezTo>
                  <a:pt x="49" y="82"/>
                  <a:pt x="49" y="82"/>
                  <a:pt x="49" y="82"/>
                </a:cubicBezTo>
                <a:cubicBezTo>
                  <a:pt x="49" y="83"/>
                  <a:pt x="50" y="82"/>
                  <a:pt x="50" y="83"/>
                </a:cubicBezTo>
                <a:cubicBezTo>
                  <a:pt x="50" y="83"/>
                  <a:pt x="50" y="83"/>
                  <a:pt x="49" y="83"/>
                </a:cubicBezTo>
                <a:cubicBezTo>
                  <a:pt x="50" y="84"/>
                  <a:pt x="50" y="84"/>
                  <a:pt x="50" y="84"/>
                </a:cubicBezTo>
                <a:cubicBezTo>
                  <a:pt x="50" y="84"/>
                  <a:pt x="50" y="84"/>
                  <a:pt x="50" y="85"/>
                </a:cubicBezTo>
                <a:cubicBezTo>
                  <a:pt x="50" y="85"/>
                  <a:pt x="50" y="84"/>
                  <a:pt x="49" y="85"/>
                </a:cubicBezTo>
                <a:cubicBezTo>
                  <a:pt x="49" y="85"/>
                  <a:pt x="49" y="85"/>
                  <a:pt x="49" y="85"/>
                </a:cubicBezTo>
                <a:cubicBezTo>
                  <a:pt x="49" y="85"/>
                  <a:pt x="50" y="85"/>
                  <a:pt x="50" y="86"/>
                </a:cubicBezTo>
                <a:cubicBezTo>
                  <a:pt x="50" y="86"/>
                  <a:pt x="50" y="86"/>
                  <a:pt x="50" y="86"/>
                </a:cubicBezTo>
                <a:cubicBezTo>
                  <a:pt x="51" y="86"/>
                  <a:pt x="52" y="86"/>
                  <a:pt x="52" y="87"/>
                </a:cubicBezTo>
                <a:cubicBezTo>
                  <a:pt x="51" y="87"/>
                  <a:pt x="51" y="87"/>
                  <a:pt x="51" y="87"/>
                </a:cubicBezTo>
                <a:cubicBezTo>
                  <a:pt x="52" y="87"/>
                  <a:pt x="52" y="87"/>
                  <a:pt x="52" y="87"/>
                </a:cubicBezTo>
                <a:cubicBezTo>
                  <a:pt x="53" y="87"/>
                  <a:pt x="53" y="88"/>
                  <a:pt x="54" y="88"/>
                </a:cubicBezTo>
                <a:cubicBezTo>
                  <a:pt x="54" y="88"/>
                  <a:pt x="54" y="88"/>
                  <a:pt x="55" y="88"/>
                </a:cubicBezTo>
                <a:cubicBezTo>
                  <a:pt x="55" y="89"/>
                  <a:pt x="54" y="89"/>
                  <a:pt x="54" y="89"/>
                </a:cubicBezTo>
                <a:cubicBezTo>
                  <a:pt x="53" y="89"/>
                  <a:pt x="53" y="89"/>
                  <a:pt x="53" y="89"/>
                </a:cubicBezTo>
                <a:cubicBezTo>
                  <a:pt x="52" y="89"/>
                  <a:pt x="52" y="89"/>
                  <a:pt x="52" y="89"/>
                </a:cubicBezTo>
                <a:cubicBezTo>
                  <a:pt x="52" y="90"/>
                  <a:pt x="52" y="90"/>
                  <a:pt x="52" y="90"/>
                </a:cubicBezTo>
                <a:cubicBezTo>
                  <a:pt x="52" y="90"/>
                  <a:pt x="53" y="90"/>
                  <a:pt x="53" y="90"/>
                </a:cubicBezTo>
                <a:cubicBezTo>
                  <a:pt x="54" y="89"/>
                  <a:pt x="54" y="88"/>
                  <a:pt x="55" y="89"/>
                </a:cubicBezTo>
                <a:cubicBezTo>
                  <a:pt x="55" y="89"/>
                  <a:pt x="55" y="90"/>
                  <a:pt x="55" y="90"/>
                </a:cubicBezTo>
                <a:cubicBezTo>
                  <a:pt x="55" y="90"/>
                  <a:pt x="55" y="90"/>
                  <a:pt x="55" y="90"/>
                </a:cubicBezTo>
                <a:cubicBezTo>
                  <a:pt x="55" y="90"/>
                  <a:pt x="56" y="90"/>
                  <a:pt x="56" y="90"/>
                </a:cubicBezTo>
                <a:cubicBezTo>
                  <a:pt x="56" y="90"/>
                  <a:pt x="57" y="90"/>
                  <a:pt x="57" y="90"/>
                </a:cubicBezTo>
                <a:cubicBezTo>
                  <a:pt x="57" y="91"/>
                  <a:pt x="57" y="91"/>
                  <a:pt x="57" y="91"/>
                </a:cubicBezTo>
                <a:cubicBezTo>
                  <a:pt x="57" y="92"/>
                  <a:pt x="57" y="92"/>
                  <a:pt x="57" y="92"/>
                </a:cubicBezTo>
                <a:cubicBezTo>
                  <a:pt x="57" y="92"/>
                  <a:pt x="57" y="92"/>
                  <a:pt x="57" y="92"/>
                </a:cubicBezTo>
                <a:cubicBezTo>
                  <a:pt x="57" y="92"/>
                  <a:pt x="56" y="93"/>
                  <a:pt x="56" y="93"/>
                </a:cubicBezTo>
                <a:cubicBezTo>
                  <a:pt x="55" y="93"/>
                  <a:pt x="54" y="93"/>
                  <a:pt x="54" y="93"/>
                </a:cubicBezTo>
                <a:cubicBezTo>
                  <a:pt x="53" y="94"/>
                  <a:pt x="53" y="94"/>
                  <a:pt x="53" y="94"/>
                </a:cubicBezTo>
                <a:cubicBezTo>
                  <a:pt x="52" y="95"/>
                  <a:pt x="51" y="95"/>
                  <a:pt x="50" y="95"/>
                </a:cubicBezTo>
                <a:cubicBezTo>
                  <a:pt x="50" y="95"/>
                  <a:pt x="49" y="95"/>
                  <a:pt x="48" y="95"/>
                </a:cubicBezTo>
                <a:cubicBezTo>
                  <a:pt x="48" y="95"/>
                  <a:pt x="47" y="95"/>
                  <a:pt x="46" y="95"/>
                </a:cubicBezTo>
                <a:cubicBezTo>
                  <a:pt x="46" y="95"/>
                  <a:pt x="45" y="95"/>
                  <a:pt x="44" y="95"/>
                </a:cubicBezTo>
                <a:cubicBezTo>
                  <a:pt x="44" y="95"/>
                  <a:pt x="44" y="96"/>
                  <a:pt x="43" y="96"/>
                </a:cubicBezTo>
                <a:cubicBezTo>
                  <a:pt x="43" y="96"/>
                  <a:pt x="43" y="96"/>
                  <a:pt x="42" y="97"/>
                </a:cubicBezTo>
                <a:cubicBezTo>
                  <a:pt x="41" y="97"/>
                  <a:pt x="40" y="99"/>
                  <a:pt x="39" y="100"/>
                </a:cubicBezTo>
                <a:cubicBezTo>
                  <a:pt x="40" y="100"/>
                  <a:pt x="40" y="99"/>
                  <a:pt x="41" y="98"/>
                </a:cubicBezTo>
                <a:cubicBezTo>
                  <a:pt x="42" y="98"/>
                  <a:pt x="43" y="97"/>
                  <a:pt x="44" y="97"/>
                </a:cubicBezTo>
                <a:cubicBezTo>
                  <a:pt x="45" y="96"/>
                  <a:pt x="47" y="96"/>
                  <a:pt x="47" y="97"/>
                </a:cubicBezTo>
                <a:cubicBezTo>
                  <a:pt x="47" y="98"/>
                  <a:pt x="46" y="98"/>
                  <a:pt x="46" y="98"/>
                </a:cubicBezTo>
                <a:cubicBezTo>
                  <a:pt x="45" y="98"/>
                  <a:pt x="45" y="98"/>
                  <a:pt x="45" y="98"/>
                </a:cubicBezTo>
                <a:cubicBezTo>
                  <a:pt x="45" y="98"/>
                  <a:pt x="45" y="98"/>
                  <a:pt x="44" y="98"/>
                </a:cubicBezTo>
                <a:cubicBezTo>
                  <a:pt x="44" y="98"/>
                  <a:pt x="44" y="98"/>
                  <a:pt x="44" y="98"/>
                </a:cubicBezTo>
                <a:cubicBezTo>
                  <a:pt x="45" y="98"/>
                  <a:pt x="45" y="98"/>
                  <a:pt x="45"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100"/>
                </a:cubicBezTo>
                <a:cubicBezTo>
                  <a:pt x="46" y="100"/>
                  <a:pt x="46" y="100"/>
                  <a:pt x="46" y="100"/>
                </a:cubicBezTo>
                <a:cubicBezTo>
                  <a:pt x="46" y="100"/>
                  <a:pt x="46" y="100"/>
                  <a:pt x="46" y="100"/>
                </a:cubicBezTo>
                <a:cubicBezTo>
                  <a:pt x="46" y="100"/>
                  <a:pt x="46" y="100"/>
                  <a:pt x="46" y="100"/>
                </a:cubicBezTo>
                <a:cubicBezTo>
                  <a:pt x="46" y="101"/>
                  <a:pt x="47" y="101"/>
                  <a:pt x="48" y="101"/>
                </a:cubicBezTo>
                <a:cubicBezTo>
                  <a:pt x="48" y="101"/>
                  <a:pt x="48" y="101"/>
                  <a:pt x="47" y="101"/>
                </a:cubicBezTo>
                <a:cubicBezTo>
                  <a:pt x="47" y="101"/>
                  <a:pt x="47" y="101"/>
                  <a:pt x="47" y="101"/>
                </a:cubicBezTo>
                <a:cubicBezTo>
                  <a:pt x="47" y="101"/>
                  <a:pt x="47" y="101"/>
                  <a:pt x="47" y="101"/>
                </a:cubicBezTo>
                <a:cubicBezTo>
                  <a:pt x="47" y="101"/>
                  <a:pt x="47" y="101"/>
                  <a:pt x="47" y="101"/>
                </a:cubicBezTo>
                <a:cubicBezTo>
                  <a:pt x="47" y="101"/>
                  <a:pt x="47" y="101"/>
                  <a:pt x="47" y="101"/>
                </a:cubicBezTo>
                <a:cubicBezTo>
                  <a:pt x="47" y="101"/>
                  <a:pt x="47" y="101"/>
                  <a:pt x="48" y="101"/>
                </a:cubicBezTo>
                <a:cubicBezTo>
                  <a:pt x="48" y="101"/>
                  <a:pt x="48" y="101"/>
                  <a:pt x="48" y="101"/>
                </a:cubicBezTo>
                <a:cubicBezTo>
                  <a:pt x="48" y="101"/>
                  <a:pt x="48" y="102"/>
                  <a:pt x="48" y="102"/>
                </a:cubicBezTo>
                <a:cubicBezTo>
                  <a:pt x="48" y="102"/>
                  <a:pt x="49" y="101"/>
                  <a:pt x="49" y="102"/>
                </a:cubicBezTo>
                <a:cubicBezTo>
                  <a:pt x="49" y="102"/>
                  <a:pt x="49" y="102"/>
                  <a:pt x="49" y="102"/>
                </a:cubicBezTo>
                <a:cubicBezTo>
                  <a:pt x="49" y="102"/>
                  <a:pt x="49" y="102"/>
                  <a:pt x="49" y="102"/>
                </a:cubicBezTo>
                <a:cubicBezTo>
                  <a:pt x="49" y="102"/>
                  <a:pt x="49" y="102"/>
                  <a:pt x="49" y="102"/>
                </a:cubicBezTo>
                <a:cubicBezTo>
                  <a:pt x="49" y="102"/>
                  <a:pt x="49" y="102"/>
                  <a:pt x="49" y="102"/>
                </a:cubicBezTo>
                <a:cubicBezTo>
                  <a:pt x="49" y="102"/>
                  <a:pt x="49" y="101"/>
                  <a:pt x="50" y="101"/>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1" y="102"/>
                  <a:pt x="51" y="102"/>
                  <a:pt x="51" y="102"/>
                </a:cubicBezTo>
                <a:cubicBezTo>
                  <a:pt x="51" y="102"/>
                  <a:pt x="51" y="102"/>
                  <a:pt x="51" y="102"/>
                </a:cubicBezTo>
                <a:cubicBezTo>
                  <a:pt x="50" y="102"/>
                  <a:pt x="51" y="102"/>
                  <a:pt x="50" y="102"/>
                </a:cubicBezTo>
                <a:cubicBezTo>
                  <a:pt x="50" y="102"/>
                  <a:pt x="50" y="102"/>
                  <a:pt x="50" y="102"/>
                </a:cubicBezTo>
                <a:cubicBezTo>
                  <a:pt x="50" y="102"/>
                  <a:pt x="50" y="102"/>
                  <a:pt x="50" y="103"/>
                </a:cubicBezTo>
                <a:cubicBezTo>
                  <a:pt x="50" y="103"/>
                  <a:pt x="50" y="102"/>
                  <a:pt x="50" y="102"/>
                </a:cubicBezTo>
                <a:cubicBezTo>
                  <a:pt x="50" y="103"/>
                  <a:pt x="50" y="103"/>
                  <a:pt x="50" y="103"/>
                </a:cubicBezTo>
                <a:cubicBezTo>
                  <a:pt x="49" y="103"/>
                  <a:pt x="49"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4"/>
                  <a:pt x="47" y="104"/>
                  <a:pt x="47" y="104"/>
                </a:cubicBezTo>
                <a:cubicBezTo>
                  <a:pt x="47" y="104"/>
                  <a:pt x="46" y="104"/>
                  <a:pt x="46" y="104"/>
                </a:cubicBezTo>
                <a:cubicBezTo>
                  <a:pt x="46" y="104"/>
                  <a:pt x="46" y="104"/>
                  <a:pt x="46" y="104"/>
                </a:cubicBezTo>
                <a:cubicBezTo>
                  <a:pt x="46" y="105"/>
                  <a:pt x="46" y="105"/>
                  <a:pt x="46" y="105"/>
                </a:cubicBezTo>
                <a:cubicBezTo>
                  <a:pt x="46" y="105"/>
                  <a:pt x="46" y="105"/>
                  <a:pt x="46" y="105"/>
                </a:cubicBezTo>
                <a:cubicBezTo>
                  <a:pt x="46" y="105"/>
                  <a:pt x="46" y="105"/>
                  <a:pt x="46" y="105"/>
                </a:cubicBezTo>
                <a:cubicBezTo>
                  <a:pt x="45" y="105"/>
                  <a:pt x="45" y="105"/>
                  <a:pt x="45" y="105"/>
                </a:cubicBezTo>
                <a:cubicBezTo>
                  <a:pt x="45" y="104"/>
                  <a:pt x="45" y="104"/>
                  <a:pt x="45" y="104"/>
                </a:cubicBezTo>
                <a:cubicBezTo>
                  <a:pt x="45" y="105"/>
                  <a:pt x="45" y="105"/>
                  <a:pt x="45" y="105"/>
                </a:cubicBezTo>
                <a:cubicBezTo>
                  <a:pt x="45" y="104"/>
                  <a:pt x="45" y="104"/>
                  <a:pt x="45" y="103"/>
                </a:cubicBezTo>
                <a:cubicBezTo>
                  <a:pt x="45" y="103"/>
                  <a:pt x="45" y="103"/>
                  <a:pt x="45" y="103"/>
                </a:cubicBezTo>
                <a:cubicBezTo>
                  <a:pt x="45" y="103"/>
                  <a:pt x="45" y="103"/>
                  <a:pt x="45" y="104"/>
                </a:cubicBezTo>
                <a:cubicBezTo>
                  <a:pt x="45" y="104"/>
                  <a:pt x="45" y="104"/>
                  <a:pt x="45" y="104"/>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7" y="102"/>
                  <a:pt x="47" y="102"/>
                </a:cubicBezTo>
                <a:cubicBezTo>
                  <a:pt x="47" y="102"/>
                  <a:pt x="47" y="102"/>
                  <a:pt x="47" y="103"/>
                </a:cubicBezTo>
                <a:cubicBezTo>
                  <a:pt x="47" y="103"/>
                  <a:pt x="47" y="103"/>
                  <a:pt x="47" y="103"/>
                </a:cubicBezTo>
                <a:cubicBezTo>
                  <a:pt x="47" y="102"/>
                  <a:pt x="47" y="102"/>
                  <a:pt x="47" y="102"/>
                </a:cubicBezTo>
                <a:cubicBezTo>
                  <a:pt x="47" y="102"/>
                  <a:pt x="48" y="102"/>
                  <a:pt x="48" y="102"/>
                </a:cubicBezTo>
                <a:cubicBezTo>
                  <a:pt x="48" y="102"/>
                  <a:pt x="48" y="102"/>
                  <a:pt x="48" y="102"/>
                </a:cubicBezTo>
                <a:cubicBezTo>
                  <a:pt x="47" y="102"/>
                  <a:pt x="47" y="102"/>
                  <a:pt x="46" y="102"/>
                </a:cubicBezTo>
                <a:cubicBezTo>
                  <a:pt x="46" y="102"/>
                  <a:pt x="46" y="102"/>
                  <a:pt x="46" y="102"/>
                </a:cubicBezTo>
                <a:cubicBezTo>
                  <a:pt x="47" y="102"/>
                  <a:pt x="47" y="102"/>
                  <a:pt x="47" y="101"/>
                </a:cubicBezTo>
                <a:cubicBezTo>
                  <a:pt x="47" y="101"/>
                  <a:pt x="47" y="101"/>
                  <a:pt x="47" y="101"/>
                </a:cubicBezTo>
                <a:cubicBezTo>
                  <a:pt x="47" y="102"/>
                  <a:pt x="47" y="102"/>
                  <a:pt x="47" y="102"/>
                </a:cubicBezTo>
                <a:cubicBezTo>
                  <a:pt x="47" y="101"/>
                  <a:pt x="47" y="101"/>
                  <a:pt x="47" y="101"/>
                </a:cubicBezTo>
                <a:cubicBezTo>
                  <a:pt x="47" y="101"/>
                  <a:pt x="47" y="101"/>
                  <a:pt x="47" y="102"/>
                </a:cubicBezTo>
                <a:cubicBezTo>
                  <a:pt x="47" y="102"/>
                  <a:pt x="46" y="102"/>
                  <a:pt x="46" y="102"/>
                </a:cubicBezTo>
                <a:cubicBezTo>
                  <a:pt x="46" y="102"/>
                  <a:pt x="46" y="102"/>
                  <a:pt x="45" y="102"/>
                </a:cubicBezTo>
                <a:cubicBezTo>
                  <a:pt x="45" y="102"/>
                  <a:pt x="45" y="102"/>
                  <a:pt x="45" y="102"/>
                </a:cubicBezTo>
                <a:cubicBezTo>
                  <a:pt x="45" y="102"/>
                  <a:pt x="45" y="102"/>
                  <a:pt x="45" y="102"/>
                </a:cubicBezTo>
                <a:cubicBezTo>
                  <a:pt x="45" y="102"/>
                  <a:pt x="45" y="103"/>
                  <a:pt x="44" y="103"/>
                </a:cubicBezTo>
                <a:cubicBezTo>
                  <a:pt x="44" y="102"/>
                  <a:pt x="44" y="102"/>
                  <a:pt x="44" y="103"/>
                </a:cubicBezTo>
                <a:cubicBezTo>
                  <a:pt x="44" y="103"/>
                  <a:pt x="44" y="102"/>
                  <a:pt x="44" y="102"/>
                </a:cubicBezTo>
                <a:cubicBezTo>
                  <a:pt x="44" y="103"/>
                  <a:pt x="44" y="103"/>
                  <a:pt x="44" y="103"/>
                </a:cubicBezTo>
                <a:cubicBezTo>
                  <a:pt x="44" y="103"/>
                  <a:pt x="44" y="103"/>
                  <a:pt x="44" y="103"/>
                </a:cubicBezTo>
                <a:cubicBezTo>
                  <a:pt x="44" y="103"/>
                  <a:pt x="44" y="103"/>
                  <a:pt x="44" y="103"/>
                </a:cubicBezTo>
                <a:cubicBezTo>
                  <a:pt x="44" y="103"/>
                  <a:pt x="44" y="103"/>
                  <a:pt x="44" y="103"/>
                </a:cubicBezTo>
                <a:cubicBezTo>
                  <a:pt x="44" y="103"/>
                  <a:pt x="43" y="103"/>
                  <a:pt x="43" y="103"/>
                </a:cubicBezTo>
                <a:cubicBezTo>
                  <a:pt x="43" y="103"/>
                  <a:pt x="43" y="103"/>
                  <a:pt x="43" y="103"/>
                </a:cubicBezTo>
                <a:cubicBezTo>
                  <a:pt x="43" y="103"/>
                  <a:pt x="43" y="103"/>
                  <a:pt x="43" y="103"/>
                </a:cubicBezTo>
                <a:cubicBezTo>
                  <a:pt x="43" y="103"/>
                  <a:pt x="43" y="104"/>
                  <a:pt x="43" y="104"/>
                </a:cubicBezTo>
                <a:cubicBezTo>
                  <a:pt x="43" y="104"/>
                  <a:pt x="42" y="103"/>
                  <a:pt x="42" y="103"/>
                </a:cubicBezTo>
                <a:cubicBezTo>
                  <a:pt x="42" y="103"/>
                  <a:pt x="42" y="104"/>
                  <a:pt x="42" y="104"/>
                </a:cubicBezTo>
                <a:cubicBezTo>
                  <a:pt x="42" y="104"/>
                  <a:pt x="42" y="104"/>
                  <a:pt x="42" y="104"/>
                </a:cubicBezTo>
                <a:cubicBezTo>
                  <a:pt x="42" y="104"/>
                  <a:pt x="42" y="104"/>
                  <a:pt x="42" y="104"/>
                </a:cubicBezTo>
                <a:cubicBezTo>
                  <a:pt x="42" y="104"/>
                  <a:pt x="42" y="104"/>
                  <a:pt x="42" y="104"/>
                </a:cubicBezTo>
                <a:cubicBezTo>
                  <a:pt x="42" y="104"/>
                  <a:pt x="42" y="103"/>
                  <a:pt x="42" y="103"/>
                </a:cubicBezTo>
                <a:cubicBezTo>
                  <a:pt x="42" y="103"/>
                  <a:pt x="42" y="103"/>
                  <a:pt x="42" y="103"/>
                </a:cubicBezTo>
                <a:cubicBezTo>
                  <a:pt x="42" y="103"/>
                  <a:pt x="42" y="103"/>
                  <a:pt x="42" y="103"/>
                </a:cubicBezTo>
                <a:cubicBezTo>
                  <a:pt x="42"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0" y="105"/>
                </a:cubicBezTo>
                <a:cubicBezTo>
                  <a:pt x="40" y="105"/>
                  <a:pt x="40" y="105"/>
                  <a:pt x="40" y="105"/>
                </a:cubicBezTo>
                <a:cubicBezTo>
                  <a:pt x="40" y="105"/>
                  <a:pt x="40" y="104"/>
                  <a:pt x="40" y="104"/>
                </a:cubicBezTo>
                <a:cubicBezTo>
                  <a:pt x="40" y="104"/>
                  <a:pt x="40" y="104"/>
                  <a:pt x="40" y="104"/>
                </a:cubicBezTo>
                <a:cubicBezTo>
                  <a:pt x="40" y="104"/>
                  <a:pt x="40" y="104"/>
                  <a:pt x="40" y="104"/>
                </a:cubicBezTo>
                <a:cubicBezTo>
                  <a:pt x="40" y="105"/>
                  <a:pt x="40" y="105"/>
                  <a:pt x="40" y="105"/>
                </a:cubicBezTo>
                <a:cubicBezTo>
                  <a:pt x="40" y="105"/>
                  <a:pt x="39" y="106"/>
                  <a:pt x="39" y="106"/>
                </a:cubicBezTo>
                <a:cubicBezTo>
                  <a:pt x="39" y="106"/>
                  <a:pt x="39" y="106"/>
                  <a:pt x="40" y="106"/>
                </a:cubicBezTo>
                <a:cubicBezTo>
                  <a:pt x="40" y="106"/>
                  <a:pt x="40" y="106"/>
                  <a:pt x="40" y="106"/>
                </a:cubicBezTo>
                <a:cubicBezTo>
                  <a:pt x="39" y="106"/>
                  <a:pt x="39" y="106"/>
                  <a:pt x="39" y="107"/>
                </a:cubicBezTo>
                <a:cubicBezTo>
                  <a:pt x="39"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8"/>
                  <a:pt x="40" y="108"/>
                </a:cubicBezTo>
                <a:cubicBezTo>
                  <a:pt x="40" y="107"/>
                  <a:pt x="40" y="107"/>
                  <a:pt x="39" y="107"/>
                </a:cubicBezTo>
                <a:cubicBezTo>
                  <a:pt x="39" y="107"/>
                  <a:pt x="39" y="107"/>
                  <a:pt x="39" y="107"/>
                </a:cubicBezTo>
                <a:cubicBezTo>
                  <a:pt x="39" y="108"/>
                  <a:pt x="39" y="108"/>
                  <a:pt x="39" y="108"/>
                </a:cubicBezTo>
                <a:cubicBezTo>
                  <a:pt x="39" y="108"/>
                  <a:pt x="39" y="108"/>
                  <a:pt x="39" y="108"/>
                </a:cubicBezTo>
                <a:cubicBezTo>
                  <a:pt x="39" y="108"/>
                  <a:pt x="39" y="107"/>
                  <a:pt x="39" y="107"/>
                </a:cubicBezTo>
                <a:cubicBezTo>
                  <a:pt x="39" y="107"/>
                  <a:pt x="39" y="107"/>
                  <a:pt x="39" y="107"/>
                </a:cubicBezTo>
                <a:cubicBezTo>
                  <a:pt x="39" y="108"/>
                  <a:pt x="39" y="108"/>
                  <a:pt x="39" y="108"/>
                </a:cubicBezTo>
                <a:cubicBezTo>
                  <a:pt x="37" y="108"/>
                  <a:pt x="36" y="108"/>
                  <a:pt x="36" y="109"/>
                </a:cubicBezTo>
                <a:cubicBezTo>
                  <a:pt x="36" y="109"/>
                  <a:pt x="36" y="108"/>
                  <a:pt x="36" y="108"/>
                </a:cubicBezTo>
                <a:cubicBezTo>
                  <a:pt x="36" y="108"/>
                  <a:pt x="36" y="109"/>
                  <a:pt x="36" y="109"/>
                </a:cubicBezTo>
                <a:cubicBezTo>
                  <a:pt x="35" y="109"/>
                  <a:pt x="35" y="109"/>
                  <a:pt x="35" y="109"/>
                </a:cubicBezTo>
                <a:cubicBezTo>
                  <a:pt x="35" y="109"/>
                  <a:pt x="35" y="109"/>
                  <a:pt x="35" y="109"/>
                </a:cubicBezTo>
                <a:cubicBezTo>
                  <a:pt x="35" y="109"/>
                  <a:pt x="35" y="109"/>
                  <a:pt x="36" y="109"/>
                </a:cubicBezTo>
                <a:cubicBezTo>
                  <a:pt x="36" y="110"/>
                  <a:pt x="35" y="110"/>
                  <a:pt x="35" y="110"/>
                </a:cubicBezTo>
                <a:cubicBezTo>
                  <a:pt x="35" y="110"/>
                  <a:pt x="35" y="110"/>
                  <a:pt x="35" y="110"/>
                </a:cubicBezTo>
                <a:cubicBezTo>
                  <a:pt x="35" y="111"/>
                  <a:pt x="35" y="111"/>
                  <a:pt x="35" y="111"/>
                </a:cubicBezTo>
                <a:cubicBezTo>
                  <a:pt x="35" y="111"/>
                  <a:pt x="34" y="111"/>
                  <a:pt x="34" y="111"/>
                </a:cubicBezTo>
                <a:cubicBezTo>
                  <a:pt x="34" y="111"/>
                  <a:pt x="34" y="111"/>
                  <a:pt x="34" y="111"/>
                </a:cubicBezTo>
                <a:cubicBezTo>
                  <a:pt x="35" y="111"/>
                  <a:pt x="35" y="111"/>
                  <a:pt x="35" y="111"/>
                </a:cubicBezTo>
                <a:cubicBezTo>
                  <a:pt x="34" y="111"/>
                  <a:pt x="34" y="111"/>
                  <a:pt x="34" y="110"/>
                </a:cubicBezTo>
                <a:cubicBezTo>
                  <a:pt x="34" y="110"/>
                  <a:pt x="34" y="110"/>
                  <a:pt x="34" y="110"/>
                </a:cubicBezTo>
                <a:cubicBezTo>
                  <a:pt x="34" y="110"/>
                  <a:pt x="34" y="110"/>
                  <a:pt x="34" y="110"/>
                </a:cubicBezTo>
                <a:cubicBezTo>
                  <a:pt x="34" y="110"/>
                  <a:pt x="34" y="110"/>
                  <a:pt x="34" y="110"/>
                </a:cubicBezTo>
                <a:cubicBezTo>
                  <a:pt x="34" y="111"/>
                  <a:pt x="34" y="111"/>
                  <a:pt x="34" y="111"/>
                </a:cubicBezTo>
                <a:cubicBezTo>
                  <a:pt x="34" y="112"/>
                  <a:pt x="34" y="112"/>
                  <a:pt x="34" y="112"/>
                </a:cubicBezTo>
                <a:cubicBezTo>
                  <a:pt x="34" y="112"/>
                  <a:pt x="34" y="112"/>
                  <a:pt x="34" y="112"/>
                </a:cubicBezTo>
                <a:cubicBezTo>
                  <a:pt x="34" y="113"/>
                  <a:pt x="34" y="113"/>
                  <a:pt x="34" y="113"/>
                </a:cubicBezTo>
                <a:cubicBezTo>
                  <a:pt x="34" y="113"/>
                  <a:pt x="34" y="113"/>
                  <a:pt x="34" y="113"/>
                </a:cubicBezTo>
                <a:cubicBezTo>
                  <a:pt x="34" y="113"/>
                  <a:pt x="33" y="113"/>
                  <a:pt x="33" y="114"/>
                </a:cubicBezTo>
                <a:cubicBezTo>
                  <a:pt x="33" y="114"/>
                  <a:pt x="33" y="114"/>
                  <a:pt x="33" y="114"/>
                </a:cubicBezTo>
                <a:cubicBezTo>
                  <a:pt x="33" y="114"/>
                  <a:pt x="33" y="114"/>
                  <a:pt x="33" y="113"/>
                </a:cubicBezTo>
                <a:cubicBezTo>
                  <a:pt x="33" y="113"/>
                  <a:pt x="34" y="113"/>
                  <a:pt x="34" y="113"/>
                </a:cubicBezTo>
                <a:cubicBezTo>
                  <a:pt x="34" y="112"/>
                  <a:pt x="34" y="113"/>
                  <a:pt x="33" y="113"/>
                </a:cubicBezTo>
                <a:cubicBezTo>
                  <a:pt x="33" y="113"/>
                  <a:pt x="33" y="113"/>
                  <a:pt x="33" y="113"/>
                </a:cubicBezTo>
                <a:cubicBezTo>
                  <a:pt x="33" y="113"/>
                  <a:pt x="33" y="113"/>
                  <a:pt x="33" y="113"/>
                </a:cubicBezTo>
                <a:cubicBezTo>
                  <a:pt x="33" y="112"/>
                  <a:pt x="34" y="112"/>
                  <a:pt x="34"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1"/>
                  <a:pt x="33" y="111"/>
                  <a:pt x="33" y="112"/>
                </a:cubicBezTo>
                <a:cubicBezTo>
                  <a:pt x="33" y="112"/>
                  <a:pt x="33" y="112"/>
                  <a:pt x="33" y="112"/>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0"/>
                  <a:pt x="33" y="110"/>
                  <a:pt x="33" y="110"/>
                </a:cubicBezTo>
                <a:cubicBezTo>
                  <a:pt x="33" y="110"/>
                  <a:pt x="33" y="110"/>
                  <a:pt x="33" y="110"/>
                </a:cubicBezTo>
                <a:cubicBezTo>
                  <a:pt x="33" y="111"/>
                  <a:pt x="33" y="111"/>
                  <a:pt x="33" y="111"/>
                </a:cubicBezTo>
                <a:cubicBezTo>
                  <a:pt x="33" y="111"/>
                  <a:pt x="33" y="111"/>
                  <a:pt x="33" y="110"/>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2" y="112"/>
                  <a:pt x="32" y="112"/>
                  <a:pt x="32" y="112"/>
                </a:cubicBezTo>
                <a:cubicBezTo>
                  <a:pt x="33" y="112"/>
                  <a:pt x="33" y="112"/>
                  <a:pt x="33" y="112"/>
                </a:cubicBezTo>
                <a:cubicBezTo>
                  <a:pt x="33" y="112"/>
                  <a:pt x="32" y="112"/>
                  <a:pt x="32" y="112"/>
                </a:cubicBezTo>
                <a:cubicBezTo>
                  <a:pt x="32" y="112"/>
                  <a:pt x="32" y="112"/>
                  <a:pt x="32" y="112"/>
                </a:cubicBezTo>
                <a:cubicBezTo>
                  <a:pt x="32" y="112"/>
                  <a:pt x="32" y="112"/>
                  <a:pt x="32" y="112"/>
                </a:cubicBezTo>
                <a:cubicBezTo>
                  <a:pt x="32" y="112"/>
                  <a:pt x="32" y="112"/>
                  <a:pt x="32" y="112"/>
                </a:cubicBezTo>
                <a:cubicBezTo>
                  <a:pt x="32" y="112"/>
                  <a:pt x="33" y="112"/>
                  <a:pt x="33" y="113"/>
                </a:cubicBezTo>
                <a:cubicBezTo>
                  <a:pt x="33" y="113"/>
                  <a:pt x="33" y="113"/>
                  <a:pt x="33" y="113"/>
                </a:cubicBezTo>
                <a:cubicBezTo>
                  <a:pt x="33" y="113"/>
                  <a:pt x="33" y="113"/>
                  <a:pt x="33" y="113"/>
                </a:cubicBezTo>
                <a:cubicBezTo>
                  <a:pt x="33" y="113"/>
                  <a:pt x="32" y="113"/>
                  <a:pt x="32" y="113"/>
                </a:cubicBezTo>
                <a:cubicBezTo>
                  <a:pt x="32"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2" y="113"/>
                </a:cubicBezTo>
                <a:cubicBezTo>
                  <a:pt x="33" y="113"/>
                  <a:pt x="33" y="113"/>
                  <a:pt x="33" y="113"/>
                </a:cubicBezTo>
                <a:cubicBezTo>
                  <a:pt x="33" y="113"/>
                  <a:pt x="33" y="113"/>
                  <a:pt x="33" y="113"/>
                </a:cubicBezTo>
                <a:cubicBezTo>
                  <a:pt x="33" y="113"/>
                  <a:pt x="33" y="114"/>
                  <a:pt x="33" y="114"/>
                </a:cubicBezTo>
                <a:cubicBezTo>
                  <a:pt x="33" y="114"/>
                  <a:pt x="33" y="114"/>
                  <a:pt x="33" y="114"/>
                </a:cubicBezTo>
                <a:cubicBezTo>
                  <a:pt x="33" y="114"/>
                  <a:pt x="33" y="114"/>
                  <a:pt x="33" y="114"/>
                </a:cubicBezTo>
                <a:cubicBezTo>
                  <a:pt x="33" y="114"/>
                  <a:pt x="32" y="114"/>
                  <a:pt x="32" y="113"/>
                </a:cubicBezTo>
                <a:cubicBezTo>
                  <a:pt x="32" y="113"/>
                  <a:pt x="32" y="113"/>
                  <a:pt x="32" y="113"/>
                </a:cubicBezTo>
                <a:cubicBezTo>
                  <a:pt x="32" y="114"/>
                  <a:pt x="32" y="114"/>
                  <a:pt x="32" y="114"/>
                </a:cubicBezTo>
                <a:cubicBezTo>
                  <a:pt x="32" y="114"/>
                  <a:pt x="33" y="114"/>
                  <a:pt x="33" y="114"/>
                </a:cubicBezTo>
                <a:cubicBezTo>
                  <a:pt x="33" y="114"/>
                  <a:pt x="33" y="114"/>
                  <a:pt x="33" y="114"/>
                </a:cubicBezTo>
                <a:cubicBezTo>
                  <a:pt x="33" y="114"/>
                  <a:pt x="33" y="114"/>
                  <a:pt x="33" y="114"/>
                </a:cubicBezTo>
                <a:cubicBezTo>
                  <a:pt x="33" y="114"/>
                  <a:pt x="33" y="114"/>
                  <a:pt x="33" y="115"/>
                </a:cubicBezTo>
                <a:cubicBezTo>
                  <a:pt x="33" y="115"/>
                  <a:pt x="33" y="115"/>
                  <a:pt x="33" y="115"/>
                </a:cubicBezTo>
                <a:cubicBezTo>
                  <a:pt x="33" y="115"/>
                  <a:pt x="33" y="115"/>
                  <a:pt x="34"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2" y="115"/>
                  <a:pt x="32" y="115"/>
                </a:cubicBezTo>
                <a:cubicBezTo>
                  <a:pt x="32" y="115"/>
                  <a:pt x="32" y="115"/>
                  <a:pt x="32" y="115"/>
                </a:cubicBezTo>
                <a:cubicBezTo>
                  <a:pt x="32" y="115"/>
                  <a:pt x="32" y="115"/>
                  <a:pt x="32" y="115"/>
                </a:cubicBezTo>
                <a:cubicBezTo>
                  <a:pt x="32" y="115"/>
                  <a:pt x="32" y="115"/>
                  <a:pt x="32" y="115"/>
                </a:cubicBezTo>
                <a:cubicBezTo>
                  <a:pt x="33" y="115"/>
                  <a:pt x="33" y="115"/>
                  <a:pt x="33" y="115"/>
                </a:cubicBezTo>
                <a:cubicBezTo>
                  <a:pt x="33" y="115"/>
                  <a:pt x="33" y="115"/>
                  <a:pt x="33" y="115"/>
                </a:cubicBezTo>
                <a:cubicBezTo>
                  <a:pt x="33" y="115"/>
                  <a:pt x="33" y="115"/>
                  <a:pt x="33" y="116"/>
                </a:cubicBezTo>
                <a:cubicBezTo>
                  <a:pt x="33" y="116"/>
                  <a:pt x="33" y="116"/>
                  <a:pt x="33" y="116"/>
                </a:cubicBezTo>
                <a:cubicBezTo>
                  <a:pt x="33" y="116"/>
                  <a:pt x="33" y="116"/>
                  <a:pt x="33" y="116"/>
                </a:cubicBezTo>
                <a:cubicBezTo>
                  <a:pt x="33" y="116"/>
                  <a:pt x="33" y="116"/>
                  <a:pt x="33" y="116"/>
                </a:cubicBezTo>
                <a:cubicBezTo>
                  <a:pt x="33" y="115"/>
                  <a:pt x="33" y="115"/>
                  <a:pt x="33" y="115"/>
                </a:cubicBezTo>
                <a:cubicBezTo>
                  <a:pt x="33" y="115"/>
                  <a:pt x="33" y="115"/>
                  <a:pt x="33" y="115"/>
                </a:cubicBezTo>
                <a:cubicBezTo>
                  <a:pt x="34" y="115"/>
                  <a:pt x="34" y="115"/>
                  <a:pt x="34" y="116"/>
                </a:cubicBezTo>
                <a:cubicBezTo>
                  <a:pt x="34" y="116"/>
                  <a:pt x="34" y="116"/>
                  <a:pt x="34"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2" y="116"/>
                  <a:pt x="32" y="116"/>
                  <a:pt x="32" y="116"/>
                </a:cubicBezTo>
                <a:cubicBezTo>
                  <a:pt x="32" y="116"/>
                  <a:pt x="32" y="116"/>
                  <a:pt x="32" y="116"/>
                </a:cubicBezTo>
                <a:cubicBezTo>
                  <a:pt x="32" y="116"/>
                  <a:pt x="33" y="116"/>
                  <a:pt x="33" y="116"/>
                </a:cubicBezTo>
                <a:cubicBezTo>
                  <a:pt x="33" y="116"/>
                  <a:pt x="33" y="116"/>
                  <a:pt x="33" y="116"/>
                </a:cubicBezTo>
                <a:cubicBezTo>
                  <a:pt x="33" y="116"/>
                  <a:pt x="33" y="116"/>
                  <a:pt x="32" y="117"/>
                </a:cubicBezTo>
                <a:cubicBezTo>
                  <a:pt x="32" y="116"/>
                  <a:pt x="32" y="116"/>
                  <a:pt x="32" y="116"/>
                </a:cubicBezTo>
                <a:cubicBezTo>
                  <a:pt x="32" y="116"/>
                  <a:pt x="32" y="116"/>
                  <a:pt x="32" y="117"/>
                </a:cubicBezTo>
                <a:cubicBezTo>
                  <a:pt x="32" y="117"/>
                  <a:pt x="32" y="117"/>
                  <a:pt x="32" y="117"/>
                </a:cubicBezTo>
                <a:cubicBezTo>
                  <a:pt x="32" y="117"/>
                  <a:pt x="33" y="116"/>
                  <a:pt x="33" y="116"/>
                </a:cubicBezTo>
                <a:cubicBezTo>
                  <a:pt x="33" y="117"/>
                  <a:pt x="33" y="117"/>
                  <a:pt x="33" y="117"/>
                </a:cubicBezTo>
                <a:cubicBezTo>
                  <a:pt x="33" y="117"/>
                  <a:pt x="33" y="117"/>
                  <a:pt x="33" y="117"/>
                </a:cubicBezTo>
                <a:cubicBezTo>
                  <a:pt x="33" y="117"/>
                  <a:pt x="33" y="117"/>
                  <a:pt x="33" y="117"/>
                </a:cubicBezTo>
                <a:cubicBezTo>
                  <a:pt x="32" y="117"/>
                  <a:pt x="32" y="117"/>
                  <a:pt x="32" y="117"/>
                </a:cubicBezTo>
                <a:cubicBezTo>
                  <a:pt x="31" y="117"/>
                  <a:pt x="31" y="118"/>
                  <a:pt x="31" y="118"/>
                </a:cubicBezTo>
                <a:cubicBezTo>
                  <a:pt x="31" y="118"/>
                  <a:pt x="30" y="118"/>
                  <a:pt x="30" y="118"/>
                </a:cubicBezTo>
                <a:cubicBezTo>
                  <a:pt x="30" y="118"/>
                  <a:pt x="30" y="119"/>
                  <a:pt x="29" y="119"/>
                </a:cubicBezTo>
                <a:cubicBezTo>
                  <a:pt x="29" y="120"/>
                  <a:pt x="28" y="120"/>
                  <a:pt x="28" y="120"/>
                </a:cubicBezTo>
                <a:cubicBezTo>
                  <a:pt x="28" y="120"/>
                  <a:pt x="27" y="121"/>
                  <a:pt x="27" y="121"/>
                </a:cubicBezTo>
                <a:cubicBezTo>
                  <a:pt x="27" y="121"/>
                  <a:pt x="27" y="122"/>
                  <a:pt x="27" y="122"/>
                </a:cubicBezTo>
                <a:cubicBezTo>
                  <a:pt x="27" y="123"/>
                  <a:pt x="28" y="124"/>
                  <a:pt x="28" y="125"/>
                </a:cubicBezTo>
                <a:cubicBezTo>
                  <a:pt x="28" y="125"/>
                  <a:pt x="28" y="126"/>
                  <a:pt x="28" y="126"/>
                </a:cubicBezTo>
                <a:cubicBezTo>
                  <a:pt x="28" y="126"/>
                  <a:pt x="28" y="127"/>
                  <a:pt x="28" y="127"/>
                </a:cubicBezTo>
                <a:cubicBezTo>
                  <a:pt x="29" y="128"/>
                  <a:pt x="28" y="129"/>
                  <a:pt x="28" y="129"/>
                </a:cubicBezTo>
                <a:cubicBezTo>
                  <a:pt x="28" y="129"/>
                  <a:pt x="28" y="129"/>
                  <a:pt x="28" y="129"/>
                </a:cubicBezTo>
                <a:cubicBezTo>
                  <a:pt x="28" y="129"/>
                  <a:pt x="28" y="129"/>
                  <a:pt x="28" y="129"/>
                </a:cubicBezTo>
                <a:cubicBezTo>
                  <a:pt x="28" y="129"/>
                  <a:pt x="28" y="129"/>
                  <a:pt x="27" y="129"/>
                </a:cubicBezTo>
                <a:cubicBezTo>
                  <a:pt x="27" y="129"/>
                  <a:pt x="27" y="128"/>
                  <a:pt x="27" y="128"/>
                </a:cubicBezTo>
                <a:cubicBezTo>
                  <a:pt x="26" y="128"/>
                  <a:pt x="27" y="128"/>
                  <a:pt x="26" y="128"/>
                </a:cubicBezTo>
                <a:cubicBezTo>
                  <a:pt x="26" y="128"/>
                  <a:pt x="26" y="127"/>
                  <a:pt x="26" y="127"/>
                </a:cubicBezTo>
                <a:cubicBezTo>
                  <a:pt x="26" y="127"/>
                  <a:pt x="26" y="127"/>
                  <a:pt x="26" y="127"/>
                </a:cubicBezTo>
                <a:cubicBezTo>
                  <a:pt x="26" y="127"/>
                  <a:pt x="26" y="127"/>
                  <a:pt x="26" y="127"/>
                </a:cubicBezTo>
                <a:cubicBezTo>
                  <a:pt x="26" y="127"/>
                  <a:pt x="26" y="126"/>
                  <a:pt x="25" y="126"/>
                </a:cubicBezTo>
                <a:cubicBezTo>
                  <a:pt x="26" y="126"/>
                  <a:pt x="26" y="126"/>
                  <a:pt x="26" y="126"/>
                </a:cubicBezTo>
                <a:cubicBezTo>
                  <a:pt x="26" y="126"/>
                  <a:pt x="26" y="126"/>
                  <a:pt x="26" y="126"/>
                </a:cubicBezTo>
                <a:cubicBezTo>
                  <a:pt x="26" y="126"/>
                  <a:pt x="25" y="126"/>
                  <a:pt x="25" y="126"/>
                </a:cubicBezTo>
                <a:cubicBezTo>
                  <a:pt x="25" y="126"/>
                  <a:pt x="25" y="126"/>
                  <a:pt x="25" y="126"/>
                </a:cubicBezTo>
                <a:cubicBezTo>
                  <a:pt x="25" y="125"/>
                  <a:pt x="25" y="125"/>
                  <a:pt x="25" y="124"/>
                </a:cubicBezTo>
                <a:cubicBezTo>
                  <a:pt x="25" y="124"/>
                  <a:pt x="25" y="124"/>
                  <a:pt x="25" y="124"/>
                </a:cubicBezTo>
                <a:cubicBezTo>
                  <a:pt x="25" y="124"/>
                  <a:pt x="25" y="123"/>
                  <a:pt x="24" y="123"/>
                </a:cubicBezTo>
                <a:cubicBezTo>
                  <a:pt x="24" y="125"/>
                  <a:pt x="24" y="126"/>
                  <a:pt x="24" y="128"/>
                </a:cubicBezTo>
                <a:cubicBezTo>
                  <a:pt x="24" y="129"/>
                  <a:pt x="24" y="131"/>
                  <a:pt x="24" y="132"/>
                </a:cubicBezTo>
                <a:cubicBezTo>
                  <a:pt x="24" y="132"/>
                  <a:pt x="25" y="132"/>
                  <a:pt x="25" y="132"/>
                </a:cubicBezTo>
                <a:cubicBezTo>
                  <a:pt x="25" y="132"/>
                  <a:pt x="26" y="132"/>
                  <a:pt x="26" y="132"/>
                </a:cubicBezTo>
                <a:cubicBezTo>
                  <a:pt x="27" y="132"/>
                  <a:pt x="27" y="132"/>
                  <a:pt x="28" y="132"/>
                </a:cubicBezTo>
                <a:cubicBezTo>
                  <a:pt x="28" y="132"/>
                  <a:pt x="28" y="132"/>
                  <a:pt x="28" y="132"/>
                </a:cubicBezTo>
                <a:cubicBezTo>
                  <a:pt x="29" y="132"/>
                  <a:pt x="29" y="132"/>
                  <a:pt x="29" y="133"/>
                </a:cubicBezTo>
                <a:cubicBezTo>
                  <a:pt x="30" y="133"/>
                  <a:pt x="31" y="133"/>
                  <a:pt x="31" y="133"/>
                </a:cubicBezTo>
                <a:cubicBezTo>
                  <a:pt x="31" y="133"/>
                  <a:pt x="31" y="134"/>
                  <a:pt x="32" y="134"/>
                </a:cubicBezTo>
                <a:cubicBezTo>
                  <a:pt x="32" y="134"/>
                  <a:pt x="33" y="134"/>
                  <a:pt x="34" y="134"/>
                </a:cubicBezTo>
                <a:cubicBezTo>
                  <a:pt x="33" y="134"/>
                  <a:pt x="33" y="135"/>
                  <a:pt x="33" y="135"/>
                </a:cubicBezTo>
                <a:cubicBezTo>
                  <a:pt x="33" y="135"/>
                  <a:pt x="33" y="135"/>
                  <a:pt x="33" y="135"/>
                </a:cubicBezTo>
                <a:cubicBezTo>
                  <a:pt x="34" y="135"/>
                  <a:pt x="35" y="135"/>
                  <a:pt x="35" y="135"/>
                </a:cubicBezTo>
                <a:cubicBezTo>
                  <a:pt x="35" y="135"/>
                  <a:pt x="35" y="135"/>
                  <a:pt x="35" y="135"/>
                </a:cubicBezTo>
                <a:cubicBezTo>
                  <a:pt x="35" y="135"/>
                  <a:pt x="34" y="136"/>
                  <a:pt x="34" y="136"/>
                </a:cubicBezTo>
                <a:cubicBezTo>
                  <a:pt x="33" y="136"/>
                  <a:pt x="33" y="136"/>
                  <a:pt x="33" y="135"/>
                </a:cubicBezTo>
                <a:cubicBezTo>
                  <a:pt x="32" y="135"/>
                  <a:pt x="32" y="136"/>
                  <a:pt x="31" y="136"/>
                </a:cubicBezTo>
                <a:cubicBezTo>
                  <a:pt x="31" y="136"/>
                  <a:pt x="31" y="136"/>
                  <a:pt x="31" y="136"/>
                </a:cubicBezTo>
                <a:cubicBezTo>
                  <a:pt x="31" y="136"/>
                  <a:pt x="31" y="135"/>
                  <a:pt x="31" y="135"/>
                </a:cubicBezTo>
                <a:cubicBezTo>
                  <a:pt x="32" y="135"/>
                  <a:pt x="32" y="135"/>
                  <a:pt x="32" y="135"/>
                </a:cubicBezTo>
                <a:cubicBezTo>
                  <a:pt x="31" y="135"/>
                  <a:pt x="31" y="135"/>
                  <a:pt x="30" y="134"/>
                </a:cubicBezTo>
                <a:cubicBezTo>
                  <a:pt x="30" y="134"/>
                  <a:pt x="30" y="134"/>
                  <a:pt x="30" y="134"/>
                </a:cubicBezTo>
                <a:cubicBezTo>
                  <a:pt x="30" y="133"/>
                  <a:pt x="29" y="134"/>
                  <a:pt x="29" y="134"/>
                </a:cubicBezTo>
                <a:cubicBezTo>
                  <a:pt x="28" y="133"/>
                  <a:pt x="28" y="133"/>
                  <a:pt x="28" y="133"/>
                </a:cubicBezTo>
                <a:cubicBezTo>
                  <a:pt x="27" y="133"/>
                  <a:pt x="26" y="133"/>
                  <a:pt x="26" y="133"/>
                </a:cubicBezTo>
                <a:cubicBezTo>
                  <a:pt x="26" y="133"/>
                  <a:pt x="26" y="133"/>
                  <a:pt x="26" y="132"/>
                </a:cubicBezTo>
                <a:cubicBezTo>
                  <a:pt x="26" y="132"/>
                  <a:pt x="26" y="132"/>
                  <a:pt x="26" y="132"/>
                </a:cubicBezTo>
                <a:cubicBezTo>
                  <a:pt x="26" y="132"/>
                  <a:pt x="26" y="132"/>
                  <a:pt x="26" y="132"/>
                </a:cubicBezTo>
                <a:cubicBezTo>
                  <a:pt x="25" y="132"/>
                  <a:pt x="25" y="132"/>
                  <a:pt x="24" y="133"/>
                </a:cubicBezTo>
                <a:cubicBezTo>
                  <a:pt x="24" y="133"/>
                  <a:pt x="24" y="133"/>
                  <a:pt x="24" y="133"/>
                </a:cubicBezTo>
                <a:cubicBezTo>
                  <a:pt x="24" y="138"/>
                  <a:pt x="25" y="144"/>
                  <a:pt x="26" y="149"/>
                </a:cubicBezTo>
                <a:cubicBezTo>
                  <a:pt x="26" y="149"/>
                  <a:pt x="26" y="149"/>
                  <a:pt x="27" y="149"/>
                </a:cubicBezTo>
                <a:cubicBezTo>
                  <a:pt x="27" y="149"/>
                  <a:pt x="27" y="149"/>
                  <a:pt x="28" y="148"/>
                </a:cubicBezTo>
                <a:cubicBezTo>
                  <a:pt x="28" y="148"/>
                  <a:pt x="28" y="148"/>
                  <a:pt x="28" y="148"/>
                </a:cubicBezTo>
                <a:cubicBezTo>
                  <a:pt x="29" y="148"/>
                  <a:pt x="29" y="148"/>
                  <a:pt x="29" y="148"/>
                </a:cubicBezTo>
                <a:cubicBezTo>
                  <a:pt x="29" y="148"/>
                  <a:pt x="29" y="148"/>
                  <a:pt x="30" y="148"/>
                </a:cubicBezTo>
                <a:cubicBezTo>
                  <a:pt x="30" y="148"/>
                  <a:pt x="30" y="148"/>
                  <a:pt x="30" y="148"/>
                </a:cubicBezTo>
                <a:cubicBezTo>
                  <a:pt x="31" y="148"/>
                  <a:pt x="31" y="149"/>
                  <a:pt x="32" y="150"/>
                </a:cubicBezTo>
                <a:cubicBezTo>
                  <a:pt x="32" y="150"/>
                  <a:pt x="31" y="150"/>
                  <a:pt x="31" y="150"/>
                </a:cubicBezTo>
                <a:cubicBezTo>
                  <a:pt x="31" y="150"/>
                  <a:pt x="31" y="150"/>
                  <a:pt x="31" y="150"/>
                </a:cubicBezTo>
                <a:cubicBezTo>
                  <a:pt x="31" y="150"/>
                  <a:pt x="31" y="150"/>
                  <a:pt x="31" y="150"/>
                </a:cubicBezTo>
                <a:cubicBezTo>
                  <a:pt x="31" y="150"/>
                  <a:pt x="31" y="150"/>
                  <a:pt x="31" y="151"/>
                </a:cubicBezTo>
                <a:cubicBezTo>
                  <a:pt x="31" y="150"/>
                  <a:pt x="31" y="150"/>
                  <a:pt x="31" y="150"/>
                </a:cubicBezTo>
                <a:cubicBezTo>
                  <a:pt x="32" y="150"/>
                  <a:pt x="32" y="149"/>
                  <a:pt x="32" y="150"/>
                </a:cubicBezTo>
                <a:cubicBezTo>
                  <a:pt x="33" y="150"/>
                  <a:pt x="33" y="150"/>
                  <a:pt x="33" y="150"/>
                </a:cubicBezTo>
                <a:cubicBezTo>
                  <a:pt x="33" y="150"/>
                  <a:pt x="33" y="150"/>
                  <a:pt x="33" y="150"/>
                </a:cubicBezTo>
                <a:cubicBezTo>
                  <a:pt x="32" y="150"/>
                  <a:pt x="32" y="150"/>
                  <a:pt x="32" y="151"/>
                </a:cubicBezTo>
                <a:cubicBezTo>
                  <a:pt x="32" y="151"/>
                  <a:pt x="32" y="151"/>
                  <a:pt x="32" y="152"/>
                </a:cubicBezTo>
                <a:cubicBezTo>
                  <a:pt x="32" y="152"/>
                  <a:pt x="32" y="152"/>
                  <a:pt x="32" y="153"/>
                </a:cubicBezTo>
                <a:cubicBezTo>
                  <a:pt x="32" y="153"/>
                  <a:pt x="32" y="153"/>
                  <a:pt x="32" y="154"/>
                </a:cubicBezTo>
                <a:cubicBezTo>
                  <a:pt x="33" y="154"/>
                  <a:pt x="33" y="153"/>
                  <a:pt x="33" y="153"/>
                </a:cubicBezTo>
                <a:cubicBezTo>
                  <a:pt x="33" y="153"/>
                  <a:pt x="33" y="152"/>
                  <a:pt x="32" y="152"/>
                </a:cubicBezTo>
                <a:cubicBezTo>
                  <a:pt x="32" y="152"/>
                  <a:pt x="32" y="152"/>
                  <a:pt x="32" y="151"/>
                </a:cubicBezTo>
                <a:cubicBezTo>
                  <a:pt x="32" y="151"/>
                  <a:pt x="32" y="151"/>
                  <a:pt x="32" y="151"/>
                </a:cubicBezTo>
                <a:cubicBezTo>
                  <a:pt x="33" y="151"/>
                  <a:pt x="34" y="151"/>
                  <a:pt x="34" y="151"/>
                </a:cubicBezTo>
                <a:cubicBezTo>
                  <a:pt x="34" y="151"/>
                  <a:pt x="34" y="150"/>
                  <a:pt x="34" y="150"/>
                </a:cubicBezTo>
                <a:cubicBezTo>
                  <a:pt x="34" y="150"/>
                  <a:pt x="34" y="150"/>
                  <a:pt x="34" y="150"/>
                </a:cubicBezTo>
                <a:cubicBezTo>
                  <a:pt x="34" y="150"/>
                  <a:pt x="34" y="150"/>
                  <a:pt x="34" y="150"/>
                </a:cubicBezTo>
                <a:cubicBezTo>
                  <a:pt x="34" y="150"/>
                  <a:pt x="34" y="150"/>
                  <a:pt x="34" y="150"/>
                </a:cubicBezTo>
                <a:cubicBezTo>
                  <a:pt x="34" y="150"/>
                  <a:pt x="34" y="150"/>
                  <a:pt x="35" y="151"/>
                </a:cubicBezTo>
                <a:cubicBezTo>
                  <a:pt x="35" y="151"/>
                  <a:pt x="36" y="151"/>
                  <a:pt x="36" y="151"/>
                </a:cubicBezTo>
                <a:cubicBezTo>
                  <a:pt x="36" y="152"/>
                  <a:pt x="36" y="152"/>
                  <a:pt x="36" y="152"/>
                </a:cubicBezTo>
                <a:cubicBezTo>
                  <a:pt x="37" y="152"/>
                  <a:pt x="38" y="152"/>
                  <a:pt x="38" y="152"/>
                </a:cubicBezTo>
                <a:cubicBezTo>
                  <a:pt x="39" y="152"/>
                  <a:pt x="39" y="153"/>
                  <a:pt x="40" y="152"/>
                </a:cubicBezTo>
                <a:cubicBezTo>
                  <a:pt x="41" y="152"/>
                  <a:pt x="41" y="152"/>
                  <a:pt x="41" y="152"/>
                </a:cubicBezTo>
                <a:cubicBezTo>
                  <a:pt x="42" y="152"/>
                  <a:pt x="43" y="152"/>
                  <a:pt x="43" y="152"/>
                </a:cubicBezTo>
                <a:cubicBezTo>
                  <a:pt x="43" y="152"/>
                  <a:pt x="43" y="152"/>
                  <a:pt x="43" y="152"/>
                </a:cubicBezTo>
                <a:cubicBezTo>
                  <a:pt x="43" y="152"/>
                  <a:pt x="43" y="152"/>
                  <a:pt x="43" y="152"/>
                </a:cubicBezTo>
                <a:cubicBezTo>
                  <a:pt x="43" y="152"/>
                  <a:pt x="43" y="152"/>
                  <a:pt x="43" y="152"/>
                </a:cubicBezTo>
                <a:cubicBezTo>
                  <a:pt x="43" y="152"/>
                  <a:pt x="43" y="152"/>
                  <a:pt x="42" y="152"/>
                </a:cubicBezTo>
                <a:cubicBezTo>
                  <a:pt x="42" y="152"/>
                  <a:pt x="42" y="152"/>
                  <a:pt x="42" y="152"/>
                </a:cubicBezTo>
                <a:cubicBezTo>
                  <a:pt x="43" y="152"/>
                  <a:pt x="43" y="152"/>
                  <a:pt x="43" y="153"/>
                </a:cubicBezTo>
                <a:cubicBezTo>
                  <a:pt x="43" y="153"/>
                  <a:pt x="43" y="153"/>
                  <a:pt x="43" y="153"/>
                </a:cubicBezTo>
                <a:cubicBezTo>
                  <a:pt x="43" y="153"/>
                  <a:pt x="43" y="153"/>
                  <a:pt x="43" y="152"/>
                </a:cubicBezTo>
                <a:cubicBezTo>
                  <a:pt x="44" y="153"/>
                  <a:pt x="44" y="153"/>
                  <a:pt x="44" y="153"/>
                </a:cubicBezTo>
                <a:cubicBezTo>
                  <a:pt x="44" y="153"/>
                  <a:pt x="44" y="153"/>
                  <a:pt x="44" y="153"/>
                </a:cubicBezTo>
                <a:cubicBezTo>
                  <a:pt x="44" y="153"/>
                  <a:pt x="45" y="153"/>
                  <a:pt x="45" y="153"/>
                </a:cubicBezTo>
                <a:cubicBezTo>
                  <a:pt x="45" y="153"/>
                  <a:pt x="45" y="153"/>
                  <a:pt x="45" y="153"/>
                </a:cubicBezTo>
                <a:cubicBezTo>
                  <a:pt x="44" y="153"/>
                  <a:pt x="45" y="154"/>
                  <a:pt x="44" y="154"/>
                </a:cubicBezTo>
                <a:cubicBezTo>
                  <a:pt x="44" y="154"/>
                  <a:pt x="44" y="154"/>
                  <a:pt x="44" y="154"/>
                </a:cubicBezTo>
                <a:cubicBezTo>
                  <a:pt x="44" y="154"/>
                  <a:pt x="44" y="154"/>
                  <a:pt x="45" y="154"/>
                </a:cubicBezTo>
                <a:cubicBezTo>
                  <a:pt x="45" y="154"/>
                  <a:pt x="45" y="154"/>
                  <a:pt x="46" y="154"/>
                </a:cubicBezTo>
                <a:cubicBezTo>
                  <a:pt x="46" y="154"/>
                  <a:pt x="47" y="155"/>
                  <a:pt x="47" y="155"/>
                </a:cubicBezTo>
                <a:cubicBezTo>
                  <a:pt x="48" y="156"/>
                  <a:pt x="48" y="156"/>
                  <a:pt x="48" y="157"/>
                </a:cubicBezTo>
                <a:cubicBezTo>
                  <a:pt x="48" y="156"/>
                  <a:pt x="48" y="156"/>
                  <a:pt x="48" y="156"/>
                </a:cubicBezTo>
                <a:cubicBezTo>
                  <a:pt x="48" y="156"/>
                  <a:pt x="48" y="156"/>
                  <a:pt x="48" y="156"/>
                </a:cubicBezTo>
                <a:cubicBezTo>
                  <a:pt x="48" y="156"/>
                  <a:pt x="49" y="157"/>
                  <a:pt x="49" y="157"/>
                </a:cubicBezTo>
                <a:cubicBezTo>
                  <a:pt x="49" y="157"/>
                  <a:pt x="49" y="157"/>
                  <a:pt x="49" y="157"/>
                </a:cubicBezTo>
                <a:cubicBezTo>
                  <a:pt x="49" y="157"/>
                  <a:pt x="49" y="157"/>
                  <a:pt x="49" y="157"/>
                </a:cubicBezTo>
                <a:cubicBezTo>
                  <a:pt x="50" y="157"/>
                  <a:pt x="50" y="157"/>
                  <a:pt x="51" y="157"/>
                </a:cubicBezTo>
                <a:cubicBezTo>
                  <a:pt x="51" y="157"/>
                  <a:pt x="51" y="157"/>
                  <a:pt x="51" y="157"/>
                </a:cubicBezTo>
                <a:cubicBezTo>
                  <a:pt x="51" y="157"/>
                  <a:pt x="52" y="157"/>
                  <a:pt x="53" y="157"/>
                </a:cubicBezTo>
                <a:cubicBezTo>
                  <a:pt x="53" y="158"/>
                  <a:pt x="54" y="158"/>
                  <a:pt x="54" y="158"/>
                </a:cubicBezTo>
                <a:cubicBezTo>
                  <a:pt x="54" y="158"/>
                  <a:pt x="56" y="159"/>
                  <a:pt x="56" y="159"/>
                </a:cubicBezTo>
                <a:cubicBezTo>
                  <a:pt x="56" y="159"/>
                  <a:pt x="56" y="159"/>
                  <a:pt x="56" y="159"/>
                </a:cubicBezTo>
                <a:cubicBezTo>
                  <a:pt x="56" y="159"/>
                  <a:pt x="56" y="160"/>
                  <a:pt x="56" y="160"/>
                </a:cubicBezTo>
                <a:cubicBezTo>
                  <a:pt x="56" y="161"/>
                  <a:pt x="57" y="162"/>
                  <a:pt x="58" y="162"/>
                </a:cubicBezTo>
                <a:cubicBezTo>
                  <a:pt x="58" y="162"/>
                  <a:pt x="58" y="163"/>
                  <a:pt x="58" y="163"/>
                </a:cubicBezTo>
                <a:cubicBezTo>
                  <a:pt x="57" y="163"/>
                  <a:pt x="57" y="164"/>
                  <a:pt x="57" y="164"/>
                </a:cubicBezTo>
                <a:cubicBezTo>
                  <a:pt x="57" y="164"/>
                  <a:pt x="56" y="164"/>
                  <a:pt x="56" y="165"/>
                </a:cubicBezTo>
                <a:cubicBezTo>
                  <a:pt x="55" y="165"/>
                  <a:pt x="55" y="166"/>
                  <a:pt x="55" y="166"/>
                </a:cubicBezTo>
                <a:cubicBezTo>
                  <a:pt x="55" y="166"/>
                  <a:pt x="55" y="166"/>
                  <a:pt x="55" y="166"/>
                </a:cubicBezTo>
                <a:cubicBezTo>
                  <a:pt x="56" y="166"/>
                  <a:pt x="56" y="166"/>
                  <a:pt x="56" y="166"/>
                </a:cubicBezTo>
                <a:cubicBezTo>
                  <a:pt x="57" y="166"/>
                  <a:pt x="57" y="166"/>
                  <a:pt x="57" y="166"/>
                </a:cubicBezTo>
                <a:cubicBezTo>
                  <a:pt x="57" y="167"/>
                  <a:pt x="58" y="166"/>
                  <a:pt x="58" y="166"/>
                </a:cubicBezTo>
                <a:cubicBezTo>
                  <a:pt x="58" y="167"/>
                  <a:pt x="58" y="167"/>
                  <a:pt x="58" y="167"/>
                </a:cubicBezTo>
                <a:cubicBezTo>
                  <a:pt x="58" y="167"/>
                  <a:pt x="58" y="167"/>
                  <a:pt x="58" y="167"/>
                </a:cubicBezTo>
                <a:cubicBezTo>
                  <a:pt x="59" y="166"/>
                  <a:pt x="59" y="166"/>
                  <a:pt x="59" y="166"/>
                </a:cubicBezTo>
                <a:cubicBezTo>
                  <a:pt x="60" y="166"/>
                  <a:pt x="60" y="165"/>
                  <a:pt x="60" y="165"/>
                </a:cubicBezTo>
                <a:cubicBezTo>
                  <a:pt x="60" y="165"/>
                  <a:pt x="61" y="165"/>
                  <a:pt x="61" y="165"/>
                </a:cubicBezTo>
                <a:cubicBezTo>
                  <a:pt x="61" y="165"/>
                  <a:pt x="61" y="165"/>
                  <a:pt x="61" y="165"/>
                </a:cubicBezTo>
                <a:cubicBezTo>
                  <a:pt x="62" y="166"/>
                  <a:pt x="63" y="166"/>
                  <a:pt x="63" y="166"/>
                </a:cubicBezTo>
                <a:cubicBezTo>
                  <a:pt x="63" y="166"/>
                  <a:pt x="63" y="166"/>
                  <a:pt x="63" y="166"/>
                </a:cubicBezTo>
                <a:cubicBezTo>
                  <a:pt x="63" y="166"/>
                  <a:pt x="63" y="166"/>
                  <a:pt x="63" y="166"/>
                </a:cubicBezTo>
                <a:cubicBezTo>
                  <a:pt x="64" y="166"/>
                  <a:pt x="64" y="167"/>
                  <a:pt x="64" y="167"/>
                </a:cubicBezTo>
                <a:cubicBezTo>
                  <a:pt x="64" y="167"/>
                  <a:pt x="64" y="167"/>
                  <a:pt x="64" y="168"/>
                </a:cubicBezTo>
                <a:cubicBezTo>
                  <a:pt x="64" y="168"/>
                  <a:pt x="65" y="167"/>
                  <a:pt x="65" y="167"/>
                </a:cubicBezTo>
                <a:cubicBezTo>
                  <a:pt x="66" y="167"/>
                  <a:pt x="66" y="167"/>
                  <a:pt x="67" y="168"/>
                </a:cubicBezTo>
                <a:cubicBezTo>
                  <a:pt x="67" y="168"/>
                  <a:pt x="67" y="168"/>
                  <a:pt x="68" y="168"/>
                </a:cubicBezTo>
                <a:cubicBezTo>
                  <a:pt x="68" y="168"/>
                  <a:pt x="69" y="167"/>
                  <a:pt x="70" y="168"/>
                </a:cubicBezTo>
                <a:cubicBezTo>
                  <a:pt x="71" y="168"/>
                  <a:pt x="71" y="169"/>
                  <a:pt x="72" y="170"/>
                </a:cubicBezTo>
                <a:cubicBezTo>
                  <a:pt x="73" y="170"/>
                  <a:pt x="74" y="170"/>
                  <a:pt x="74" y="170"/>
                </a:cubicBezTo>
                <a:cubicBezTo>
                  <a:pt x="75" y="170"/>
                  <a:pt x="75" y="173"/>
                  <a:pt x="75" y="173"/>
                </a:cubicBezTo>
                <a:cubicBezTo>
                  <a:pt x="75" y="175"/>
                  <a:pt x="74" y="176"/>
                  <a:pt x="73" y="177"/>
                </a:cubicBezTo>
                <a:cubicBezTo>
                  <a:pt x="73" y="177"/>
                  <a:pt x="73" y="177"/>
                  <a:pt x="72" y="177"/>
                </a:cubicBezTo>
                <a:cubicBezTo>
                  <a:pt x="72" y="177"/>
                  <a:pt x="72" y="177"/>
                  <a:pt x="72" y="178"/>
                </a:cubicBezTo>
                <a:cubicBezTo>
                  <a:pt x="72" y="178"/>
                  <a:pt x="72" y="179"/>
                  <a:pt x="71" y="179"/>
                </a:cubicBezTo>
                <a:cubicBezTo>
                  <a:pt x="71" y="179"/>
                  <a:pt x="71" y="179"/>
                  <a:pt x="71" y="179"/>
                </a:cubicBezTo>
                <a:cubicBezTo>
                  <a:pt x="71" y="179"/>
                  <a:pt x="71" y="179"/>
                  <a:pt x="71" y="179"/>
                </a:cubicBezTo>
                <a:cubicBezTo>
                  <a:pt x="71" y="179"/>
                  <a:pt x="71" y="179"/>
                  <a:pt x="71" y="179"/>
                </a:cubicBezTo>
                <a:cubicBezTo>
                  <a:pt x="71" y="180"/>
                  <a:pt x="70" y="180"/>
                  <a:pt x="70" y="181"/>
                </a:cubicBezTo>
                <a:cubicBezTo>
                  <a:pt x="70" y="182"/>
                  <a:pt x="70" y="182"/>
                  <a:pt x="70" y="183"/>
                </a:cubicBezTo>
                <a:cubicBezTo>
                  <a:pt x="71" y="183"/>
                  <a:pt x="70" y="184"/>
                  <a:pt x="70" y="184"/>
                </a:cubicBezTo>
                <a:cubicBezTo>
                  <a:pt x="70" y="185"/>
                  <a:pt x="70" y="185"/>
                  <a:pt x="70" y="185"/>
                </a:cubicBezTo>
                <a:cubicBezTo>
                  <a:pt x="70" y="185"/>
                  <a:pt x="69" y="186"/>
                  <a:pt x="69" y="187"/>
                </a:cubicBezTo>
                <a:cubicBezTo>
                  <a:pt x="70" y="187"/>
                  <a:pt x="70" y="187"/>
                  <a:pt x="70" y="187"/>
                </a:cubicBezTo>
                <a:cubicBezTo>
                  <a:pt x="69" y="188"/>
                  <a:pt x="69" y="188"/>
                  <a:pt x="69" y="188"/>
                </a:cubicBezTo>
                <a:cubicBezTo>
                  <a:pt x="69" y="188"/>
                  <a:pt x="69" y="188"/>
                  <a:pt x="69" y="189"/>
                </a:cubicBezTo>
                <a:cubicBezTo>
                  <a:pt x="68" y="189"/>
                  <a:pt x="68" y="189"/>
                  <a:pt x="68" y="190"/>
                </a:cubicBezTo>
                <a:cubicBezTo>
                  <a:pt x="68" y="190"/>
                  <a:pt x="68" y="190"/>
                  <a:pt x="68" y="190"/>
                </a:cubicBezTo>
                <a:cubicBezTo>
                  <a:pt x="67" y="191"/>
                  <a:pt x="67" y="191"/>
                  <a:pt x="67" y="191"/>
                </a:cubicBezTo>
                <a:cubicBezTo>
                  <a:pt x="66" y="192"/>
                  <a:pt x="66" y="192"/>
                  <a:pt x="65" y="192"/>
                </a:cubicBezTo>
                <a:cubicBezTo>
                  <a:pt x="65" y="192"/>
                  <a:pt x="64" y="192"/>
                  <a:pt x="64" y="192"/>
                </a:cubicBezTo>
                <a:cubicBezTo>
                  <a:pt x="64" y="192"/>
                  <a:pt x="64" y="192"/>
                  <a:pt x="63" y="192"/>
                </a:cubicBezTo>
                <a:cubicBezTo>
                  <a:pt x="63" y="192"/>
                  <a:pt x="63" y="192"/>
                  <a:pt x="63" y="193"/>
                </a:cubicBezTo>
                <a:cubicBezTo>
                  <a:pt x="63" y="193"/>
                  <a:pt x="63" y="192"/>
                  <a:pt x="62" y="192"/>
                </a:cubicBezTo>
                <a:cubicBezTo>
                  <a:pt x="62" y="193"/>
                  <a:pt x="60" y="194"/>
                  <a:pt x="60" y="194"/>
                </a:cubicBezTo>
                <a:cubicBezTo>
                  <a:pt x="60" y="194"/>
                  <a:pt x="60" y="195"/>
                  <a:pt x="59" y="195"/>
                </a:cubicBezTo>
                <a:cubicBezTo>
                  <a:pt x="59" y="195"/>
                  <a:pt x="59" y="195"/>
                  <a:pt x="59" y="195"/>
                </a:cubicBezTo>
                <a:cubicBezTo>
                  <a:pt x="60" y="195"/>
                  <a:pt x="59" y="196"/>
                  <a:pt x="59" y="196"/>
                </a:cubicBezTo>
                <a:cubicBezTo>
                  <a:pt x="59" y="196"/>
                  <a:pt x="59" y="196"/>
                  <a:pt x="59" y="196"/>
                </a:cubicBezTo>
                <a:cubicBezTo>
                  <a:pt x="60" y="199"/>
                  <a:pt x="58" y="199"/>
                  <a:pt x="58" y="200"/>
                </a:cubicBezTo>
                <a:cubicBezTo>
                  <a:pt x="57" y="200"/>
                  <a:pt x="57" y="201"/>
                  <a:pt x="57" y="201"/>
                </a:cubicBezTo>
                <a:cubicBezTo>
                  <a:pt x="57" y="202"/>
                  <a:pt x="56" y="202"/>
                  <a:pt x="56" y="203"/>
                </a:cubicBezTo>
                <a:cubicBezTo>
                  <a:pt x="56" y="202"/>
                  <a:pt x="57" y="201"/>
                  <a:pt x="57" y="201"/>
                </a:cubicBezTo>
                <a:cubicBezTo>
                  <a:pt x="57" y="201"/>
                  <a:pt x="57" y="201"/>
                  <a:pt x="57" y="201"/>
                </a:cubicBezTo>
                <a:cubicBezTo>
                  <a:pt x="57" y="201"/>
                  <a:pt x="56" y="201"/>
                  <a:pt x="56" y="201"/>
                </a:cubicBezTo>
                <a:cubicBezTo>
                  <a:pt x="56" y="201"/>
                  <a:pt x="56" y="201"/>
                  <a:pt x="56" y="201"/>
                </a:cubicBezTo>
                <a:cubicBezTo>
                  <a:pt x="56" y="201"/>
                  <a:pt x="56" y="201"/>
                  <a:pt x="56" y="202"/>
                </a:cubicBezTo>
                <a:cubicBezTo>
                  <a:pt x="56" y="202"/>
                  <a:pt x="55" y="202"/>
                  <a:pt x="55" y="202"/>
                </a:cubicBezTo>
                <a:cubicBezTo>
                  <a:pt x="74" y="221"/>
                  <a:pt x="100" y="232"/>
                  <a:pt x="128" y="232"/>
                </a:cubicBezTo>
                <a:cubicBezTo>
                  <a:pt x="179" y="232"/>
                  <a:pt x="221" y="195"/>
                  <a:pt x="230" y="147"/>
                </a:cubicBezTo>
                <a:cubicBezTo>
                  <a:pt x="230" y="147"/>
                  <a:pt x="230" y="146"/>
                  <a:pt x="230" y="146"/>
                </a:cubicBezTo>
                <a:cubicBezTo>
                  <a:pt x="230" y="146"/>
                  <a:pt x="230" y="146"/>
                  <a:pt x="230" y="146"/>
                </a:cubicBezTo>
                <a:cubicBezTo>
                  <a:pt x="229" y="146"/>
                  <a:pt x="230" y="145"/>
                  <a:pt x="230" y="145"/>
                </a:cubicBezTo>
                <a:cubicBezTo>
                  <a:pt x="229" y="145"/>
                  <a:pt x="229" y="145"/>
                  <a:pt x="229" y="145"/>
                </a:cubicBezTo>
                <a:cubicBezTo>
                  <a:pt x="229" y="144"/>
                  <a:pt x="229" y="143"/>
                  <a:pt x="229" y="143"/>
                </a:cubicBezTo>
                <a:cubicBezTo>
                  <a:pt x="229" y="143"/>
                  <a:pt x="229" y="143"/>
                  <a:pt x="229" y="143"/>
                </a:cubicBezTo>
                <a:cubicBezTo>
                  <a:pt x="229" y="143"/>
                  <a:pt x="229" y="143"/>
                  <a:pt x="229" y="143"/>
                </a:cubicBezTo>
                <a:cubicBezTo>
                  <a:pt x="229" y="143"/>
                  <a:pt x="228" y="143"/>
                  <a:pt x="228" y="143"/>
                </a:cubicBezTo>
                <a:cubicBezTo>
                  <a:pt x="228" y="142"/>
                  <a:pt x="228" y="142"/>
                  <a:pt x="228" y="142"/>
                </a:cubicBezTo>
                <a:cubicBezTo>
                  <a:pt x="228" y="142"/>
                  <a:pt x="228" y="142"/>
                  <a:pt x="228" y="142"/>
                </a:cubicBezTo>
                <a:cubicBezTo>
                  <a:pt x="228" y="141"/>
                  <a:pt x="227" y="141"/>
                  <a:pt x="227" y="141"/>
                </a:cubicBezTo>
                <a:cubicBezTo>
                  <a:pt x="227" y="141"/>
                  <a:pt x="227" y="141"/>
                  <a:pt x="227" y="141"/>
                </a:cubicBezTo>
                <a:cubicBezTo>
                  <a:pt x="227" y="140"/>
                  <a:pt x="227" y="139"/>
                  <a:pt x="227" y="139"/>
                </a:cubicBezTo>
                <a:cubicBezTo>
                  <a:pt x="227" y="139"/>
                  <a:pt x="227" y="139"/>
                  <a:pt x="227" y="138"/>
                </a:cubicBezTo>
                <a:cubicBezTo>
                  <a:pt x="227" y="138"/>
                  <a:pt x="227" y="137"/>
                  <a:pt x="228" y="137"/>
                </a:cubicBezTo>
                <a:cubicBezTo>
                  <a:pt x="227" y="137"/>
                  <a:pt x="227" y="137"/>
                  <a:pt x="227" y="137"/>
                </a:cubicBezTo>
                <a:cubicBezTo>
                  <a:pt x="227" y="136"/>
                  <a:pt x="227" y="136"/>
                  <a:pt x="227" y="135"/>
                </a:cubicBezTo>
                <a:cubicBezTo>
                  <a:pt x="227" y="134"/>
                  <a:pt x="226" y="134"/>
                  <a:pt x="226" y="133"/>
                </a:cubicBezTo>
                <a:cubicBezTo>
                  <a:pt x="226" y="133"/>
                  <a:pt x="226" y="132"/>
                  <a:pt x="226" y="131"/>
                </a:cubicBezTo>
                <a:cubicBezTo>
                  <a:pt x="226" y="131"/>
                  <a:pt x="226" y="130"/>
                  <a:pt x="225" y="130"/>
                </a:cubicBezTo>
                <a:cubicBezTo>
                  <a:pt x="225" y="130"/>
                  <a:pt x="225" y="130"/>
                  <a:pt x="225" y="130"/>
                </a:cubicBezTo>
                <a:cubicBezTo>
                  <a:pt x="225" y="131"/>
                  <a:pt x="225" y="131"/>
                  <a:pt x="224" y="131"/>
                </a:cubicBezTo>
                <a:cubicBezTo>
                  <a:pt x="224" y="132"/>
                  <a:pt x="224" y="132"/>
                  <a:pt x="223" y="132"/>
                </a:cubicBezTo>
                <a:cubicBezTo>
                  <a:pt x="223" y="132"/>
                  <a:pt x="223" y="132"/>
                  <a:pt x="223" y="132"/>
                </a:cubicBezTo>
                <a:cubicBezTo>
                  <a:pt x="223" y="132"/>
                  <a:pt x="223" y="132"/>
                  <a:pt x="223" y="132"/>
                </a:cubicBezTo>
                <a:cubicBezTo>
                  <a:pt x="223" y="132"/>
                  <a:pt x="223" y="132"/>
                  <a:pt x="223" y="132"/>
                </a:cubicBezTo>
                <a:cubicBezTo>
                  <a:pt x="223" y="132"/>
                  <a:pt x="223" y="132"/>
                  <a:pt x="223" y="132"/>
                </a:cubicBezTo>
                <a:cubicBezTo>
                  <a:pt x="223" y="132"/>
                  <a:pt x="223" y="131"/>
                  <a:pt x="223" y="131"/>
                </a:cubicBezTo>
                <a:cubicBezTo>
                  <a:pt x="222" y="131"/>
                  <a:pt x="222" y="132"/>
                  <a:pt x="222" y="132"/>
                </a:cubicBezTo>
                <a:cubicBezTo>
                  <a:pt x="222" y="132"/>
                  <a:pt x="222" y="132"/>
                  <a:pt x="222" y="132"/>
                </a:cubicBezTo>
                <a:cubicBezTo>
                  <a:pt x="222" y="131"/>
                  <a:pt x="222" y="131"/>
                  <a:pt x="222" y="130"/>
                </a:cubicBezTo>
                <a:cubicBezTo>
                  <a:pt x="223" y="129"/>
                  <a:pt x="222" y="128"/>
                  <a:pt x="222" y="128"/>
                </a:cubicBezTo>
                <a:cubicBezTo>
                  <a:pt x="222" y="128"/>
                  <a:pt x="222" y="128"/>
                  <a:pt x="222" y="128"/>
                </a:cubicBezTo>
                <a:cubicBezTo>
                  <a:pt x="222" y="128"/>
                  <a:pt x="222" y="128"/>
                  <a:pt x="222" y="128"/>
                </a:cubicBezTo>
                <a:cubicBezTo>
                  <a:pt x="221" y="128"/>
                  <a:pt x="221" y="128"/>
                  <a:pt x="221" y="128"/>
                </a:cubicBezTo>
                <a:cubicBezTo>
                  <a:pt x="221" y="128"/>
                  <a:pt x="221" y="128"/>
                  <a:pt x="222" y="128"/>
                </a:cubicBezTo>
                <a:cubicBezTo>
                  <a:pt x="222" y="128"/>
                  <a:pt x="222" y="128"/>
                  <a:pt x="222" y="128"/>
                </a:cubicBezTo>
                <a:cubicBezTo>
                  <a:pt x="222" y="127"/>
                  <a:pt x="221" y="127"/>
                  <a:pt x="221" y="127"/>
                </a:cubicBezTo>
                <a:cubicBezTo>
                  <a:pt x="221" y="127"/>
                  <a:pt x="221" y="127"/>
                  <a:pt x="221" y="127"/>
                </a:cubicBezTo>
                <a:cubicBezTo>
                  <a:pt x="221" y="126"/>
                  <a:pt x="221" y="126"/>
                  <a:pt x="221" y="126"/>
                </a:cubicBezTo>
                <a:cubicBezTo>
                  <a:pt x="220" y="126"/>
                  <a:pt x="220" y="126"/>
                  <a:pt x="220" y="126"/>
                </a:cubicBezTo>
                <a:cubicBezTo>
                  <a:pt x="219" y="126"/>
                  <a:pt x="220" y="124"/>
                  <a:pt x="219" y="123"/>
                </a:cubicBezTo>
                <a:cubicBezTo>
                  <a:pt x="219" y="124"/>
                  <a:pt x="219" y="124"/>
                  <a:pt x="218" y="124"/>
                </a:cubicBezTo>
                <a:cubicBezTo>
                  <a:pt x="218" y="123"/>
                  <a:pt x="218" y="123"/>
                  <a:pt x="218" y="123"/>
                </a:cubicBezTo>
                <a:cubicBezTo>
                  <a:pt x="218" y="123"/>
                  <a:pt x="218" y="123"/>
                  <a:pt x="218" y="123"/>
                </a:cubicBezTo>
                <a:cubicBezTo>
                  <a:pt x="218" y="123"/>
                  <a:pt x="218" y="123"/>
                  <a:pt x="218" y="124"/>
                </a:cubicBezTo>
                <a:cubicBezTo>
                  <a:pt x="218" y="124"/>
                  <a:pt x="218" y="124"/>
                  <a:pt x="218" y="124"/>
                </a:cubicBezTo>
                <a:cubicBezTo>
                  <a:pt x="218" y="124"/>
                  <a:pt x="218" y="124"/>
                  <a:pt x="218" y="125"/>
                </a:cubicBezTo>
                <a:cubicBezTo>
                  <a:pt x="217" y="125"/>
                  <a:pt x="217" y="125"/>
                  <a:pt x="217" y="125"/>
                </a:cubicBezTo>
                <a:cubicBezTo>
                  <a:pt x="217" y="125"/>
                  <a:pt x="217" y="124"/>
                  <a:pt x="217" y="124"/>
                </a:cubicBezTo>
                <a:cubicBezTo>
                  <a:pt x="217" y="124"/>
                  <a:pt x="217" y="124"/>
                  <a:pt x="217" y="124"/>
                </a:cubicBezTo>
                <a:cubicBezTo>
                  <a:pt x="217" y="124"/>
                  <a:pt x="217" y="125"/>
                  <a:pt x="217" y="125"/>
                </a:cubicBezTo>
                <a:cubicBezTo>
                  <a:pt x="217" y="125"/>
                  <a:pt x="217" y="125"/>
                  <a:pt x="217" y="125"/>
                </a:cubicBezTo>
                <a:cubicBezTo>
                  <a:pt x="217" y="125"/>
                  <a:pt x="217" y="125"/>
                  <a:pt x="217" y="124"/>
                </a:cubicBezTo>
                <a:cubicBezTo>
                  <a:pt x="217" y="124"/>
                  <a:pt x="217"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5" y="125"/>
                  <a:pt x="215" y="125"/>
                  <a:pt x="215" y="125"/>
                </a:cubicBezTo>
                <a:cubicBezTo>
                  <a:pt x="215" y="125"/>
                  <a:pt x="215" y="125"/>
                  <a:pt x="215" y="125"/>
                </a:cubicBezTo>
                <a:cubicBezTo>
                  <a:pt x="215" y="125"/>
                  <a:pt x="215" y="125"/>
                  <a:pt x="215" y="125"/>
                </a:cubicBezTo>
                <a:cubicBezTo>
                  <a:pt x="215" y="125"/>
                  <a:pt x="215" y="125"/>
                  <a:pt x="215" y="124"/>
                </a:cubicBezTo>
                <a:cubicBezTo>
                  <a:pt x="215" y="125"/>
                  <a:pt x="215" y="125"/>
                  <a:pt x="215" y="125"/>
                </a:cubicBezTo>
                <a:cubicBezTo>
                  <a:pt x="214" y="125"/>
                  <a:pt x="214" y="125"/>
                  <a:pt x="213" y="125"/>
                </a:cubicBezTo>
                <a:cubicBezTo>
                  <a:pt x="213" y="126"/>
                  <a:pt x="214" y="126"/>
                  <a:pt x="214" y="126"/>
                </a:cubicBezTo>
                <a:cubicBezTo>
                  <a:pt x="213" y="126"/>
                  <a:pt x="213" y="127"/>
                  <a:pt x="213" y="127"/>
                </a:cubicBezTo>
                <a:cubicBezTo>
                  <a:pt x="212" y="127"/>
                  <a:pt x="212" y="127"/>
                  <a:pt x="212" y="127"/>
                </a:cubicBezTo>
                <a:cubicBezTo>
                  <a:pt x="211" y="128"/>
                  <a:pt x="211" y="128"/>
                  <a:pt x="210" y="129"/>
                </a:cubicBezTo>
                <a:cubicBezTo>
                  <a:pt x="210" y="129"/>
                  <a:pt x="210" y="129"/>
                  <a:pt x="210" y="129"/>
                </a:cubicBezTo>
                <a:cubicBezTo>
                  <a:pt x="210" y="129"/>
                  <a:pt x="209" y="130"/>
                  <a:pt x="209" y="130"/>
                </a:cubicBezTo>
                <a:cubicBezTo>
                  <a:pt x="209" y="130"/>
                  <a:pt x="209" y="130"/>
                  <a:pt x="208" y="130"/>
                </a:cubicBezTo>
                <a:cubicBezTo>
                  <a:pt x="208" y="130"/>
                  <a:pt x="208" y="131"/>
                  <a:pt x="208" y="131"/>
                </a:cubicBezTo>
                <a:cubicBezTo>
                  <a:pt x="208" y="131"/>
                  <a:pt x="207" y="131"/>
                  <a:pt x="207" y="131"/>
                </a:cubicBezTo>
                <a:cubicBezTo>
                  <a:pt x="207" y="132"/>
                  <a:pt x="207" y="132"/>
                  <a:pt x="207" y="132"/>
                </a:cubicBezTo>
                <a:cubicBezTo>
                  <a:pt x="206" y="132"/>
                  <a:pt x="206" y="132"/>
                  <a:pt x="206" y="132"/>
                </a:cubicBezTo>
                <a:cubicBezTo>
                  <a:pt x="206" y="132"/>
                  <a:pt x="206" y="132"/>
                  <a:pt x="206" y="133"/>
                </a:cubicBezTo>
                <a:cubicBezTo>
                  <a:pt x="205" y="133"/>
                  <a:pt x="206" y="134"/>
                  <a:pt x="206" y="134"/>
                </a:cubicBezTo>
                <a:cubicBezTo>
                  <a:pt x="206" y="135"/>
                  <a:pt x="205" y="136"/>
                  <a:pt x="205" y="137"/>
                </a:cubicBezTo>
                <a:cubicBezTo>
                  <a:pt x="205" y="137"/>
                  <a:pt x="205" y="138"/>
                  <a:pt x="205" y="138"/>
                </a:cubicBezTo>
                <a:cubicBezTo>
                  <a:pt x="205" y="138"/>
                  <a:pt x="205" y="138"/>
                  <a:pt x="205" y="139"/>
                </a:cubicBezTo>
                <a:cubicBezTo>
                  <a:pt x="204" y="139"/>
                  <a:pt x="204" y="139"/>
                  <a:pt x="204" y="139"/>
                </a:cubicBezTo>
                <a:cubicBezTo>
                  <a:pt x="204" y="139"/>
                  <a:pt x="204" y="140"/>
                  <a:pt x="204" y="140"/>
                </a:cubicBezTo>
                <a:cubicBezTo>
                  <a:pt x="204" y="140"/>
                  <a:pt x="204" y="140"/>
                  <a:pt x="204" y="140"/>
                </a:cubicBezTo>
                <a:cubicBezTo>
                  <a:pt x="203" y="140"/>
                  <a:pt x="203" y="140"/>
                  <a:pt x="203" y="141"/>
                </a:cubicBezTo>
                <a:cubicBezTo>
                  <a:pt x="203" y="141"/>
                  <a:pt x="203" y="141"/>
                  <a:pt x="202" y="141"/>
                </a:cubicBezTo>
                <a:cubicBezTo>
                  <a:pt x="202" y="141"/>
                  <a:pt x="202" y="141"/>
                  <a:pt x="202" y="140"/>
                </a:cubicBezTo>
                <a:cubicBezTo>
                  <a:pt x="202" y="140"/>
                  <a:pt x="201" y="139"/>
                  <a:pt x="201" y="139"/>
                </a:cubicBezTo>
                <a:cubicBezTo>
                  <a:pt x="200" y="137"/>
                  <a:pt x="200" y="137"/>
                  <a:pt x="200" y="137"/>
                </a:cubicBezTo>
                <a:cubicBezTo>
                  <a:pt x="200" y="137"/>
                  <a:pt x="200" y="137"/>
                  <a:pt x="200" y="136"/>
                </a:cubicBezTo>
                <a:cubicBezTo>
                  <a:pt x="200" y="136"/>
                  <a:pt x="200" y="136"/>
                  <a:pt x="200" y="135"/>
                </a:cubicBezTo>
                <a:cubicBezTo>
                  <a:pt x="199" y="135"/>
                  <a:pt x="199" y="134"/>
                  <a:pt x="199" y="134"/>
                </a:cubicBezTo>
                <a:cubicBezTo>
                  <a:pt x="199" y="133"/>
                  <a:pt x="198" y="132"/>
                  <a:pt x="198" y="131"/>
                </a:cubicBezTo>
                <a:cubicBezTo>
                  <a:pt x="198" y="130"/>
                  <a:pt x="198" y="129"/>
                  <a:pt x="197" y="128"/>
                </a:cubicBezTo>
                <a:cubicBezTo>
                  <a:pt x="197" y="128"/>
                  <a:pt x="197" y="127"/>
                  <a:pt x="197" y="127"/>
                </a:cubicBezTo>
                <a:cubicBezTo>
                  <a:pt x="197" y="126"/>
                  <a:pt x="197" y="126"/>
                  <a:pt x="197" y="126"/>
                </a:cubicBezTo>
                <a:cubicBezTo>
                  <a:pt x="198" y="126"/>
                  <a:pt x="197" y="126"/>
                  <a:pt x="197" y="125"/>
                </a:cubicBezTo>
                <a:cubicBezTo>
                  <a:pt x="197" y="125"/>
                  <a:pt x="197" y="125"/>
                  <a:pt x="197" y="124"/>
                </a:cubicBezTo>
                <a:cubicBezTo>
                  <a:pt x="197" y="124"/>
                  <a:pt x="197" y="124"/>
                  <a:pt x="196" y="124"/>
                </a:cubicBezTo>
                <a:cubicBezTo>
                  <a:pt x="196" y="124"/>
                  <a:pt x="196" y="125"/>
                  <a:pt x="196" y="125"/>
                </a:cubicBezTo>
                <a:cubicBezTo>
                  <a:pt x="197" y="125"/>
                  <a:pt x="196" y="126"/>
                  <a:pt x="195" y="126"/>
                </a:cubicBezTo>
                <a:cubicBezTo>
                  <a:pt x="195" y="126"/>
                  <a:pt x="195" y="126"/>
                  <a:pt x="195" y="126"/>
                </a:cubicBezTo>
                <a:cubicBezTo>
                  <a:pt x="194" y="126"/>
                  <a:pt x="193" y="124"/>
                  <a:pt x="193" y="124"/>
                </a:cubicBezTo>
                <a:cubicBezTo>
                  <a:pt x="193" y="124"/>
                  <a:pt x="193" y="124"/>
                  <a:pt x="193" y="124"/>
                </a:cubicBezTo>
                <a:cubicBezTo>
                  <a:pt x="193" y="124"/>
                  <a:pt x="194" y="124"/>
                  <a:pt x="194" y="124"/>
                </a:cubicBezTo>
                <a:cubicBezTo>
                  <a:pt x="194" y="124"/>
                  <a:pt x="194" y="124"/>
                  <a:pt x="194" y="123"/>
                </a:cubicBezTo>
                <a:cubicBezTo>
                  <a:pt x="193" y="124"/>
                  <a:pt x="192" y="123"/>
                  <a:pt x="192" y="123"/>
                </a:cubicBezTo>
                <a:cubicBezTo>
                  <a:pt x="192" y="123"/>
                  <a:pt x="192" y="122"/>
                  <a:pt x="192" y="122"/>
                </a:cubicBezTo>
                <a:cubicBezTo>
                  <a:pt x="191" y="122"/>
                  <a:pt x="191" y="122"/>
                  <a:pt x="191" y="122"/>
                </a:cubicBezTo>
                <a:cubicBezTo>
                  <a:pt x="191" y="122"/>
                  <a:pt x="191" y="121"/>
                  <a:pt x="190" y="121"/>
                </a:cubicBezTo>
                <a:cubicBezTo>
                  <a:pt x="190" y="121"/>
                  <a:pt x="190" y="121"/>
                  <a:pt x="190" y="121"/>
                </a:cubicBezTo>
                <a:cubicBezTo>
                  <a:pt x="190" y="120"/>
                  <a:pt x="190" y="120"/>
                  <a:pt x="190" y="120"/>
                </a:cubicBezTo>
                <a:cubicBezTo>
                  <a:pt x="189" y="120"/>
                  <a:pt x="187" y="121"/>
                  <a:pt x="187" y="120"/>
                </a:cubicBezTo>
                <a:cubicBezTo>
                  <a:pt x="187" y="120"/>
                  <a:pt x="186" y="120"/>
                  <a:pt x="186" y="120"/>
                </a:cubicBezTo>
                <a:cubicBezTo>
                  <a:pt x="185" y="120"/>
                  <a:pt x="185" y="120"/>
                  <a:pt x="185" y="120"/>
                </a:cubicBezTo>
                <a:cubicBezTo>
                  <a:pt x="185" y="121"/>
                  <a:pt x="184" y="121"/>
                  <a:pt x="184" y="121"/>
                </a:cubicBezTo>
                <a:cubicBezTo>
                  <a:pt x="183" y="121"/>
                  <a:pt x="183" y="120"/>
                  <a:pt x="183" y="120"/>
                </a:cubicBezTo>
                <a:cubicBezTo>
                  <a:pt x="182" y="120"/>
                  <a:pt x="182" y="120"/>
                  <a:pt x="181" y="120"/>
                </a:cubicBezTo>
                <a:cubicBezTo>
                  <a:pt x="181" y="120"/>
                  <a:pt x="181" y="120"/>
                  <a:pt x="181" y="120"/>
                </a:cubicBezTo>
                <a:cubicBezTo>
                  <a:pt x="180" y="120"/>
                  <a:pt x="180" y="120"/>
                  <a:pt x="180" y="120"/>
                </a:cubicBezTo>
                <a:cubicBezTo>
                  <a:pt x="179" y="120"/>
                  <a:pt x="179" y="120"/>
                  <a:pt x="179" y="120"/>
                </a:cubicBezTo>
                <a:cubicBezTo>
                  <a:pt x="179" y="119"/>
                  <a:pt x="179" y="119"/>
                  <a:pt x="179" y="119"/>
                </a:cubicBezTo>
                <a:cubicBezTo>
                  <a:pt x="178" y="119"/>
                  <a:pt x="178" y="118"/>
                  <a:pt x="178" y="118"/>
                </a:cubicBezTo>
                <a:cubicBezTo>
                  <a:pt x="178" y="118"/>
                  <a:pt x="178" y="118"/>
                  <a:pt x="178" y="118"/>
                </a:cubicBezTo>
                <a:cubicBezTo>
                  <a:pt x="178" y="118"/>
                  <a:pt x="177" y="118"/>
                  <a:pt x="177" y="118"/>
                </a:cubicBezTo>
                <a:cubicBezTo>
                  <a:pt x="177" y="118"/>
                  <a:pt x="176" y="119"/>
                  <a:pt x="176" y="119"/>
                </a:cubicBezTo>
                <a:cubicBezTo>
                  <a:pt x="176" y="119"/>
                  <a:pt x="175" y="119"/>
                  <a:pt x="175" y="119"/>
                </a:cubicBezTo>
                <a:cubicBezTo>
                  <a:pt x="175" y="118"/>
                  <a:pt x="174" y="118"/>
                  <a:pt x="174" y="118"/>
                </a:cubicBezTo>
                <a:cubicBezTo>
                  <a:pt x="174" y="118"/>
                  <a:pt x="173" y="118"/>
                  <a:pt x="173" y="117"/>
                </a:cubicBezTo>
                <a:cubicBezTo>
                  <a:pt x="173" y="117"/>
                  <a:pt x="172" y="117"/>
                  <a:pt x="172" y="117"/>
                </a:cubicBezTo>
                <a:cubicBezTo>
                  <a:pt x="172" y="117"/>
                  <a:pt x="171" y="116"/>
                  <a:pt x="171" y="116"/>
                </a:cubicBezTo>
                <a:cubicBezTo>
                  <a:pt x="171" y="115"/>
                  <a:pt x="171" y="115"/>
                  <a:pt x="171" y="115"/>
                </a:cubicBezTo>
                <a:cubicBezTo>
                  <a:pt x="171" y="115"/>
                  <a:pt x="171" y="115"/>
                  <a:pt x="171" y="114"/>
                </a:cubicBezTo>
                <a:cubicBezTo>
                  <a:pt x="170" y="114"/>
                  <a:pt x="170" y="114"/>
                  <a:pt x="170" y="114"/>
                </a:cubicBezTo>
                <a:cubicBezTo>
                  <a:pt x="170" y="114"/>
                  <a:pt x="170" y="114"/>
                  <a:pt x="170" y="114"/>
                </a:cubicBezTo>
                <a:cubicBezTo>
                  <a:pt x="169" y="114"/>
                  <a:pt x="169" y="114"/>
                  <a:pt x="169" y="114"/>
                </a:cubicBezTo>
                <a:cubicBezTo>
                  <a:pt x="169" y="114"/>
                  <a:pt x="169" y="114"/>
                  <a:pt x="169" y="114"/>
                </a:cubicBezTo>
                <a:cubicBezTo>
                  <a:pt x="169" y="114"/>
                  <a:pt x="168" y="114"/>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6"/>
                  <a:pt x="169" y="117"/>
                  <a:pt x="169" y="117"/>
                </a:cubicBezTo>
                <a:cubicBezTo>
                  <a:pt x="169" y="117"/>
                  <a:pt x="169" y="117"/>
                  <a:pt x="170" y="118"/>
                </a:cubicBezTo>
                <a:cubicBezTo>
                  <a:pt x="170" y="118"/>
                  <a:pt x="169" y="118"/>
                  <a:pt x="170" y="118"/>
                </a:cubicBezTo>
                <a:cubicBezTo>
                  <a:pt x="170" y="118"/>
                  <a:pt x="170" y="118"/>
                  <a:pt x="171" y="118"/>
                </a:cubicBezTo>
                <a:cubicBezTo>
                  <a:pt x="171" y="119"/>
                  <a:pt x="171" y="119"/>
                  <a:pt x="170" y="119"/>
                </a:cubicBezTo>
                <a:cubicBezTo>
                  <a:pt x="170" y="119"/>
                  <a:pt x="171" y="119"/>
                  <a:pt x="171" y="119"/>
                </a:cubicBezTo>
                <a:cubicBezTo>
                  <a:pt x="170" y="119"/>
                  <a:pt x="171" y="120"/>
                  <a:pt x="171" y="120"/>
                </a:cubicBezTo>
                <a:cubicBezTo>
                  <a:pt x="171" y="120"/>
                  <a:pt x="171" y="120"/>
                  <a:pt x="171" y="120"/>
                </a:cubicBezTo>
                <a:cubicBezTo>
                  <a:pt x="171" y="120"/>
                  <a:pt x="171" y="121"/>
                  <a:pt x="171" y="121"/>
                </a:cubicBezTo>
                <a:cubicBezTo>
                  <a:pt x="172" y="121"/>
                  <a:pt x="172" y="121"/>
                  <a:pt x="172" y="121"/>
                </a:cubicBezTo>
                <a:cubicBezTo>
                  <a:pt x="171" y="120"/>
                  <a:pt x="172" y="120"/>
                  <a:pt x="172" y="119"/>
                </a:cubicBezTo>
                <a:cubicBezTo>
                  <a:pt x="172" y="119"/>
                  <a:pt x="172" y="119"/>
                  <a:pt x="172" y="119"/>
                </a:cubicBezTo>
                <a:cubicBezTo>
                  <a:pt x="172" y="120"/>
                  <a:pt x="172" y="119"/>
                  <a:pt x="172" y="120"/>
                </a:cubicBezTo>
                <a:cubicBezTo>
                  <a:pt x="172" y="120"/>
                  <a:pt x="172" y="121"/>
                  <a:pt x="172" y="121"/>
                </a:cubicBezTo>
                <a:cubicBezTo>
                  <a:pt x="172" y="121"/>
                  <a:pt x="172" y="121"/>
                  <a:pt x="172" y="122"/>
                </a:cubicBezTo>
                <a:cubicBezTo>
                  <a:pt x="172" y="122"/>
                  <a:pt x="172" y="122"/>
                  <a:pt x="172" y="122"/>
                </a:cubicBezTo>
                <a:cubicBezTo>
                  <a:pt x="173" y="122"/>
                  <a:pt x="173" y="122"/>
                  <a:pt x="173" y="122"/>
                </a:cubicBezTo>
                <a:cubicBezTo>
                  <a:pt x="173" y="122"/>
                  <a:pt x="173" y="122"/>
                  <a:pt x="173" y="122"/>
                </a:cubicBezTo>
                <a:cubicBezTo>
                  <a:pt x="174" y="122"/>
                  <a:pt x="175" y="122"/>
                  <a:pt x="175" y="122"/>
                </a:cubicBezTo>
                <a:cubicBezTo>
                  <a:pt x="175" y="122"/>
                  <a:pt x="175" y="122"/>
                  <a:pt x="175" y="122"/>
                </a:cubicBezTo>
                <a:cubicBezTo>
                  <a:pt x="175" y="122"/>
                  <a:pt x="175" y="122"/>
                  <a:pt x="176" y="122"/>
                </a:cubicBezTo>
                <a:cubicBezTo>
                  <a:pt x="176" y="122"/>
                  <a:pt x="176" y="122"/>
                  <a:pt x="176" y="121"/>
                </a:cubicBezTo>
                <a:cubicBezTo>
                  <a:pt x="176" y="121"/>
                  <a:pt x="176" y="121"/>
                  <a:pt x="176" y="121"/>
                </a:cubicBezTo>
                <a:cubicBezTo>
                  <a:pt x="177" y="120"/>
                  <a:pt x="177" y="120"/>
                  <a:pt x="177" y="120"/>
                </a:cubicBezTo>
                <a:cubicBezTo>
                  <a:pt x="178" y="120"/>
                  <a:pt x="178" y="119"/>
                  <a:pt x="178" y="119"/>
                </a:cubicBezTo>
                <a:cubicBezTo>
                  <a:pt x="178" y="119"/>
                  <a:pt x="178" y="119"/>
                  <a:pt x="178" y="119"/>
                </a:cubicBezTo>
                <a:cubicBezTo>
                  <a:pt x="178" y="120"/>
                  <a:pt x="178" y="120"/>
                  <a:pt x="178" y="120"/>
                </a:cubicBezTo>
                <a:cubicBezTo>
                  <a:pt x="178" y="120"/>
                  <a:pt x="178" y="120"/>
                  <a:pt x="178" y="120"/>
                </a:cubicBezTo>
                <a:cubicBezTo>
                  <a:pt x="178" y="120"/>
                  <a:pt x="178" y="121"/>
                  <a:pt x="178" y="121"/>
                </a:cubicBezTo>
                <a:cubicBezTo>
                  <a:pt x="178" y="121"/>
                  <a:pt x="179" y="122"/>
                  <a:pt x="179" y="122"/>
                </a:cubicBezTo>
                <a:cubicBezTo>
                  <a:pt x="179" y="122"/>
                  <a:pt x="180" y="122"/>
                  <a:pt x="180" y="123"/>
                </a:cubicBezTo>
                <a:cubicBezTo>
                  <a:pt x="180" y="123"/>
                  <a:pt x="180" y="122"/>
                  <a:pt x="181" y="123"/>
                </a:cubicBezTo>
                <a:cubicBezTo>
                  <a:pt x="181" y="123"/>
                  <a:pt x="181" y="123"/>
                  <a:pt x="181" y="124"/>
                </a:cubicBezTo>
                <a:cubicBezTo>
                  <a:pt x="181" y="124"/>
                  <a:pt x="182" y="124"/>
                  <a:pt x="182" y="124"/>
                </a:cubicBezTo>
                <a:cubicBezTo>
                  <a:pt x="182" y="124"/>
                  <a:pt x="182" y="125"/>
                  <a:pt x="181" y="125"/>
                </a:cubicBezTo>
                <a:cubicBezTo>
                  <a:pt x="181" y="125"/>
                  <a:pt x="181" y="125"/>
                  <a:pt x="181" y="125"/>
                </a:cubicBezTo>
                <a:cubicBezTo>
                  <a:pt x="181" y="126"/>
                  <a:pt x="181" y="126"/>
                  <a:pt x="180" y="126"/>
                </a:cubicBezTo>
                <a:cubicBezTo>
                  <a:pt x="180" y="126"/>
                  <a:pt x="180" y="126"/>
                  <a:pt x="180" y="126"/>
                </a:cubicBezTo>
                <a:cubicBezTo>
                  <a:pt x="180" y="127"/>
                  <a:pt x="180" y="128"/>
                  <a:pt x="180" y="128"/>
                </a:cubicBezTo>
                <a:cubicBezTo>
                  <a:pt x="179" y="128"/>
                  <a:pt x="178" y="128"/>
                  <a:pt x="178" y="129"/>
                </a:cubicBezTo>
                <a:cubicBezTo>
                  <a:pt x="178" y="129"/>
                  <a:pt x="178" y="129"/>
                  <a:pt x="178" y="129"/>
                </a:cubicBezTo>
                <a:cubicBezTo>
                  <a:pt x="178" y="129"/>
                  <a:pt x="177" y="129"/>
                  <a:pt x="177" y="129"/>
                </a:cubicBezTo>
                <a:cubicBezTo>
                  <a:pt x="177" y="129"/>
                  <a:pt x="177" y="130"/>
                  <a:pt x="177" y="130"/>
                </a:cubicBezTo>
                <a:cubicBezTo>
                  <a:pt x="176" y="130"/>
                  <a:pt x="176" y="130"/>
                  <a:pt x="176" y="130"/>
                </a:cubicBezTo>
                <a:cubicBezTo>
                  <a:pt x="176" y="130"/>
                  <a:pt x="176" y="130"/>
                  <a:pt x="175" y="130"/>
                </a:cubicBezTo>
                <a:cubicBezTo>
                  <a:pt x="175" y="131"/>
                  <a:pt x="174" y="131"/>
                  <a:pt x="174" y="131"/>
                </a:cubicBezTo>
                <a:cubicBezTo>
                  <a:pt x="174" y="131"/>
                  <a:pt x="173" y="131"/>
                  <a:pt x="173" y="132"/>
                </a:cubicBezTo>
                <a:cubicBezTo>
                  <a:pt x="173" y="132"/>
                  <a:pt x="173" y="132"/>
                  <a:pt x="173" y="132"/>
                </a:cubicBezTo>
                <a:cubicBezTo>
                  <a:pt x="172" y="133"/>
                  <a:pt x="171" y="133"/>
                  <a:pt x="170" y="133"/>
                </a:cubicBezTo>
                <a:cubicBezTo>
                  <a:pt x="169" y="133"/>
                  <a:pt x="169" y="134"/>
                  <a:pt x="169" y="134"/>
                </a:cubicBezTo>
                <a:cubicBezTo>
                  <a:pt x="169" y="134"/>
                  <a:pt x="168" y="134"/>
                  <a:pt x="168" y="134"/>
                </a:cubicBezTo>
                <a:cubicBezTo>
                  <a:pt x="168" y="134"/>
                  <a:pt x="167" y="134"/>
                  <a:pt x="167" y="135"/>
                </a:cubicBezTo>
                <a:cubicBezTo>
                  <a:pt x="166" y="135"/>
                  <a:pt x="166" y="135"/>
                  <a:pt x="166" y="135"/>
                </a:cubicBezTo>
                <a:cubicBezTo>
                  <a:pt x="165" y="135"/>
                  <a:pt x="165" y="135"/>
                  <a:pt x="165" y="135"/>
                </a:cubicBezTo>
                <a:cubicBezTo>
                  <a:pt x="164" y="136"/>
                  <a:pt x="163" y="136"/>
                  <a:pt x="163" y="135"/>
                </a:cubicBezTo>
                <a:cubicBezTo>
                  <a:pt x="163" y="134"/>
                  <a:pt x="163" y="134"/>
                  <a:pt x="163" y="134"/>
                </a:cubicBezTo>
                <a:cubicBezTo>
                  <a:pt x="162" y="134"/>
                  <a:pt x="162" y="133"/>
                  <a:pt x="162" y="132"/>
                </a:cubicBezTo>
                <a:cubicBezTo>
                  <a:pt x="162" y="132"/>
                  <a:pt x="162" y="132"/>
                  <a:pt x="162" y="132"/>
                </a:cubicBezTo>
                <a:cubicBezTo>
                  <a:pt x="162" y="131"/>
                  <a:pt x="162" y="131"/>
                  <a:pt x="162" y="131"/>
                </a:cubicBezTo>
                <a:cubicBezTo>
                  <a:pt x="162" y="130"/>
                  <a:pt x="161" y="130"/>
                  <a:pt x="161" y="129"/>
                </a:cubicBezTo>
                <a:cubicBezTo>
                  <a:pt x="161" y="129"/>
                  <a:pt x="161" y="129"/>
                  <a:pt x="161" y="129"/>
                </a:cubicBezTo>
                <a:cubicBezTo>
                  <a:pt x="160" y="128"/>
                  <a:pt x="160" y="128"/>
                  <a:pt x="160" y="127"/>
                </a:cubicBezTo>
                <a:cubicBezTo>
                  <a:pt x="159" y="127"/>
                  <a:pt x="159" y="127"/>
                  <a:pt x="158" y="126"/>
                </a:cubicBezTo>
                <a:cubicBezTo>
                  <a:pt x="158" y="126"/>
                  <a:pt x="158" y="126"/>
                  <a:pt x="158" y="125"/>
                </a:cubicBezTo>
                <a:cubicBezTo>
                  <a:pt x="158" y="125"/>
                  <a:pt x="158" y="124"/>
                  <a:pt x="158" y="123"/>
                </a:cubicBezTo>
                <a:cubicBezTo>
                  <a:pt x="157" y="123"/>
                  <a:pt x="157" y="123"/>
                  <a:pt x="157" y="122"/>
                </a:cubicBezTo>
                <a:cubicBezTo>
                  <a:pt x="156" y="122"/>
                  <a:pt x="156" y="122"/>
                  <a:pt x="156" y="121"/>
                </a:cubicBezTo>
                <a:cubicBezTo>
                  <a:pt x="156" y="120"/>
                  <a:pt x="155" y="120"/>
                  <a:pt x="155" y="119"/>
                </a:cubicBezTo>
                <a:cubicBezTo>
                  <a:pt x="154" y="119"/>
                  <a:pt x="154" y="118"/>
                  <a:pt x="154" y="118"/>
                </a:cubicBezTo>
                <a:cubicBezTo>
                  <a:pt x="153" y="117"/>
                  <a:pt x="153" y="117"/>
                  <a:pt x="153" y="117"/>
                </a:cubicBezTo>
                <a:cubicBezTo>
                  <a:pt x="153" y="117"/>
                  <a:pt x="153" y="117"/>
                  <a:pt x="153" y="117"/>
                </a:cubicBezTo>
                <a:cubicBezTo>
                  <a:pt x="153" y="116"/>
                  <a:pt x="153" y="116"/>
                  <a:pt x="153" y="115"/>
                </a:cubicBezTo>
                <a:cubicBezTo>
                  <a:pt x="153" y="115"/>
                  <a:pt x="153" y="115"/>
                  <a:pt x="153" y="115"/>
                </a:cubicBezTo>
                <a:cubicBezTo>
                  <a:pt x="153" y="114"/>
                  <a:pt x="152" y="114"/>
                  <a:pt x="152" y="113"/>
                </a:cubicBezTo>
                <a:cubicBezTo>
                  <a:pt x="152" y="112"/>
                  <a:pt x="152" y="112"/>
                  <a:pt x="153" y="111"/>
                </a:cubicBezTo>
                <a:cubicBezTo>
                  <a:pt x="153" y="111"/>
                  <a:pt x="153" y="111"/>
                  <a:pt x="153" y="111"/>
                </a:cubicBezTo>
                <a:cubicBezTo>
                  <a:pt x="153" y="110"/>
                  <a:pt x="153" y="109"/>
                  <a:pt x="154" y="109"/>
                </a:cubicBezTo>
                <a:cubicBezTo>
                  <a:pt x="154" y="108"/>
                  <a:pt x="154" y="108"/>
                  <a:pt x="154" y="107"/>
                </a:cubicBezTo>
                <a:cubicBezTo>
                  <a:pt x="154" y="107"/>
                  <a:pt x="154" y="107"/>
                  <a:pt x="154" y="107"/>
                </a:cubicBezTo>
                <a:cubicBezTo>
                  <a:pt x="154" y="107"/>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3" y="106"/>
                </a:cubicBezTo>
                <a:cubicBezTo>
                  <a:pt x="153" y="106"/>
                  <a:pt x="153" y="106"/>
                  <a:pt x="152" y="106"/>
                </a:cubicBezTo>
                <a:cubicBezTo>
                  <a:pt x="152" y="106"/>
                  <a:pt x="152" y="106"/>
                  <a:pt x="152" y="106"/>
                </a:cubicBezTo>
                <a:cubicBezTo>
                  <a:pt x="151" y="106"/>
                  <a:pt x="151" y="107"/>
                  <a:pt x="150" y="107"/>
                </a:cubicBezTo>
                <a:cubicBezTo>
                  <a:pt x="150" y="106"/>
                  <a:pt x="150" y="106"/>
                  <a:pt x="149" y="106"/>
                </a:cubicBezTo>
                <a:cubicBezTo>
                  <a:pt x="149" y="106"/>
                  <a:pt x="148" y="105"/>
                  <a:pt x="148" y="106"/>
                </a:cubicBezTo>
                <a:cubicBezTo>
                  <a:pt x="148" y="106"/>
                  <a:pt x="148" y="106"/>
                  <a:pt x="148" y="106"/>
                </a:cubicBezTo>
                <a:cubicBezTo>
                  <a:pt x="148" y="106"/>
                  <a:pt x="148" y="106"/>
                  <a:pt x="147" y="106"/>
                </a:cubicBezTo>
                <a:cubicBezTo>
                  <a:pt x="147" y="106"/>
                  <a:pt x="147" y="106"/>
                  <a:pt x="146" y="106"/>
                </a:cubicBezTo>
                <a:cubicBezTo>
                  <a:pt x="146" y="106"/>
                  <a:pt x="146" y="106"/>
                  <a:pt x="146" y="106"/>
                </a:cubicBezTo>
                <a:cubicBezTo>
                  <a:pt x="146" y="106"/>
                  <a:pt x="146" y="106"/>
                  <a:pt x="146" y="106"/>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5" y="105"/>
                  <a:pt x="145" y="105"/>
                  <a:pt x="145" y="105"/>
                </a:cubicBezTo>
                <a:cubicBezTo>
                  <a:pt x="145" y="105"/>
                  <a:pt x="145" y="105"/>
                  <a:pt x="145" y="105"/>
                </a:cubicBezTo>
                <a:cubicBezTo>
                  <a:pt x="145" y="105"/>
                  <a:pt x="144" y="105"/>
                  <a:pt x="144" y="105"/>
                </a:cubicBezTo>
                <a:cubicBezTo>
                  <a:pt x="144" y="105"/>
                  <a:pt x="144" y="105"/>
                  <a:pt x="144" y="105"/>
                </a:cubicBezTo>
                <a:cubicBezTo>
                  <a:pt x="144" y="105"/>
                  <a:pt x="144" y="105"/>
                  <a:pt x="144" y="105"/>
                </a:cubicBezTo>
                <a:cubicBezTo>
                  <a:pt x="144" y="105"/>
                  <a:pt x="144" y="105"/>
                  <a:pt x="144" y="105"/>
                </a:cubicBezTo>
                <a:cubicBezTo>
                  <a:pt x="144" y="105"/>
                  <a:pt x="144" y="105"/>
                  <a:pt x="144" y="105"/>
                </a:cubicBezTo>
                <a:cubicBezTo>
                  <a:pt x="144" y="104"/>
                  <a:pt x="144" y="104"/>
                  <a:pt x="144" y="104"/>
                </a:cubicBezTo>
                <a:cubicBezTo>
                  <a:pt x="143" y="104"/>
                  <a:pt x="143" y="104"/>
                  <a:pt x="143" y="104"/>
                </a:cubicBezTo>
                <a:cubicBezTo>
                  <a:pt x="143" y="104"/>
                  <a:pt x="143" y="104"/>
                  <a:pt x="143" y="104"/>
                </a:cubicBezTo>
                <a:cubicBezTo>
                  <a:pt x="143" y="103"/>
                  <a:pt x="143" y="103"/>
                  <a:pt x="143" y="103"/>
                </a:cubicBezTo>
                <a:cubicBezTo>
                  <a:pt x="143" y="103"/>
                  <a:pt x="143" y="103"/>
                  <a:pt x="143" y="103"/>
                </a:cubicBezTo>
                <a:cubicBezTo>
                  <a:pt x="144" y="103"/>
                  <a:pt x="144" y="103"/>
                  <a:pt x="143" y="103"/>
                </a:cubicBezTo>
                <a:cubicBezTo>
                  <a:pt x="143" y="103"/>
                  <a:pt x="143" y="103"/>
                  <a:pt x="143" y="103"/>
                </a:cubicBezTo>
                <a:cubicBezTo>
                  <a:pt x="143" y="103"/>
                  <a:pt x="144" y="103"/>
                  <a:pt x="144" y="103"/>
                </a:cubicBezTo>
                <a:cubicBezTo>
                  <a:pt x="144" y="103"/>
                  <a:pt x="144" y="103"/>
                  <a:pt x="144" y="103"/>
                </a:cubicBezTo>
                <a:cubicBezTo>
                  <a:pt x="143" y="103"/>
                  <a:pt x="143" y="103"/>
                  <a:pt x="143" y="103"/>
                </a:cubicBezTo>
                <a:cubicBezTo>
                  <a:pt x="143" y="102"/>
                  <a:pt x="143" y="102"/>
                  <a:pt x="143" y="102"/>
                </a:cubicBezTo>
                <a:cubicBezTo>
                  <a:pt x="143" y="102"/>
                  <a:pt x="143" y="102"/>
                  <a:pt x="143" y="102"/>
                </a:cubicBezTo>
                <a:cubicBezTo>
                  <a:pt x="143" y="102"/>
                  <a:pt x="143" y="102"/>
                  <a:pt x="143" y="102"/>
                </a:cubicBezTo>
                <a:cubicBezTo>
                  <a:pt x="143" y="102"/>
                  <a:pt x="143" y="102"/>
                  <a:pt x="144" y="102"/>
                </a:cubicBezTo>
                <a:cubicBezTo>
                  <a:pt x="144" y="102"/>
                  <a:pt x="144" y="102"/>
                  <a:pt x="144" y="102"/>
                </a:cubicBezTo>
                <a:cubicBezTo>
                  <a:pt x="143" y="102"/>
                  <a:pt x="143" y="102"/>
                  <a:pt x="143" y="102"/>
                </a:cubicBezTo>
                <a:cubicBezTo>
                  <a:pt x="143" y="102"/>
                  <a:pt x="143" y="101"/>
                  <a:pt x="143" y="101"/>
                </a:cubicBezTo>
                <a:cubicBezTo>
                  <a:pt x="143" y="101"/>
                  <a:pt x="143" y="101"/>
                  <a:pt x="143" y="101"/>
                </a:cubicBezTo>
                <a:cubicBezTo>
                  <a:pt x="143" y="101"/>
                  <a:pt x="144" y="101"/>
                  <a:pt x="144" y="100"/>
                </a:cubicBezTo>
                <a:cubicBezTo>
                  <a:pt x="144" y="101"/>
                  <a:pt x="144" y="101"/>
                  <a:pt x="145" y="101"/>
                </a:cubicBezTo>
                <a:cubicBezTo>
                  <a:pt x="145" y="101"/>
                  <a:pt x="145" y="101"/>
                  <a:pt x="145" y="101"/>
                </a:cubicBezTo>
                <a:cubicBezTo>
                  <a:pt x="145" y="101"/>
                  <a:pt x="144" y="101"/>
                  <a:pt x="144" y="101"/>
                </a:cubicBezTo>
                <a:cubicBezTo>
                  <a:pt x="144" y="100"/>
                  <a:pt x="144" y="100"/>
                  <a:pt x="144" y="100"/>
                </a:cubicBezTo>
                <a:cubicBezTo>
                  <a:pt x="145" y="100"/>
                  <a:pt x="145" y="100"/>
                  <a:pt x="145" y="100"/>
                </a:cubicBezTo>
                <a:cubicBezTo>
                  <a:pt x="145" y="101"/>
                  <a:pt x="145" y="101"/>
                  <a:pt x="145" y="101"/>
                </a:cubicBezTo>
                <a:cubicBezTo>
                  <a:pt x="145" y="101"/>
                  <a:pt x="146" y="101"/>
                  <a:pt x="146" y="101"/>
                </a:cubicBezTo>
                <a:cubicBezTo>
                  <a:pt x="146" y="101"/>
                  <a:pt x="146" y="101"/>
                  <a:pt x="146" y="101"/>
                </a:cubicBezTo>
                <a:cubicBezTo>
                  <a:pt x="146" y="101"/>
                  <a:pt x="146" y="101"/>
                  <a:pt x="146" y="101"/>
                </a:cubicBezTo>
                <a:cubicBezTo>
                  <a:pt x="146" y="100"/>
                  <a:pt x="146" y="100"/>
                  <a:pt x="146" y="100"/>
                </a:cubicBezTo>
                <a:cubicBezTo>
                  <a:pt x="146" y="100"/>
                  <a:pt x="146" y="100"/>
                  <a:pt x="146" y="100"/>
                </a:cubicBezTo>
                <a:cubicBezTo>
                  <a:pt x="146" y="100"/>
                  <a:pt x="147" y="100"/>
                  <a:pt x="147" y="100"/>
                </a:cubicBezTo>
                <a:cubicBezTo>
                  <a:pt x="147" y="100"/>
                  <a:pt x="147" y="100"/>
                  <a:pt x="147" y="100"/>
                </a:cubicBezTo>
                <a:cubicBezTo>
                  <a:pt x="147" y="100"/>
                  <a:pt x="147" y="100"/>
                  <a:pt x="146" y="100"/>
                </a:cubicBezTo>
                <a:cubicBezTo>
                  <a:pt x="146" y="100"/>
                  <a:pt x="146" y="100"/>
                  <a:pt x="146" y="100"/>
                </a:cubicBezTo>
                <a:cubicBezTo>
                  <a:pt x="146" y="100"/>
                  <a:pt x="146" y="100"/>
                  <a:pt x="146" y="99"/>
                </a:cubicBezTo>
                <a:cubicBezTo>
                  <a:pt x="146" y="99"/>
                  <a:pt x="147" y="100"/>
                  <a:pt x="147" y="100"/>
                </a:cubicBezTo>
                <a:cubicBezTo>
                  <a:pt x="147" y="100"/>
                  <a:pt x="147" y="99"/>
                  <a:pt x="147" y="99"/>
                </a:cubicBezTo>
                <a:cubicBezTo>
                  <a:pt x="148" y="100"/>
                  <a:pt x="148" y="100"/>
                  <a:pt x="149" y="100"/>
                </a:cubicBezTo>
                <a:cubicBezTo>
                  <a:pt x="149" y="99"/>
                  <a:pt x="149" y="99"/>
                  <a:pt x="149" y="99"/>
                </a:cubicBezTo>
                <a:cubicBezTo>
                  <a:pt x="149" y="99"/>
                  <a:pt x="150" y="99"/>
                  <a:pt x="151" y="98"/>
                </a:cubicBezTo>
                <a:cubicBezTo>
                  <a:pt x="152" y="98"/>
                  <a:pt x="152" y="99"/>
                  <a:pt x="153" y="98"/>
                </a:cubicBezTo>
                <a:cubicBezTo>
                  <a:pt x="153" y="98"/>
                  <a:pt x="153" y="99"/>
                  <a:pt x="153" y="99"/>
                </a:cubicBezTo>
                <a:cubicBezTo>
                  <a:pt x="154" y="99"/>
                  <a:pt x="154" y="99"/>
                  <a:pt x="154" y="99"/>
                </a:cubicBezTo>
                <a:cubicBezTo>
                  <a:pt x="154" y="99"/>
                  <a:pt x="154" y="99"/>
                  <a:pt x="155" y="99"/>
                </a:cubicBezTo>
                <a:cubicBezTo>
                  <a:pt x="155" y="99"/>
                  <a:pt x="155" y="100"/>
                  <a:pt x="156" y="100"/>
                </a:cubicBezTo>
                <a:cubicBezTo>
                  <a:pt x="156" y="100"/>
                  <a:pt x="157" y="100"/>
                  <a:pt x="157" y="100"/>
                </a:cubicBezTo>
                <a:cubicBezTo>
                  <a:pt x="157" y="100"/>
                  <a:pt x="158" y="100"/>
                  <a:pt x="158" y="100"/>
                </a:cubicBezTo>
                <a:cubicBezTo>
                  <a:pt x="158" y="100"/>
                  <a:pt x="159" y="100"/>
                  <a:pt x="159" y="100"/>
                </a:cubicBezTo>
                <a:cubicBezTo>
                  <a:pt x="160" y="100"/>
                  <a:pt x="161" y="99"/>
                  <a:pt x="161" y="98"/>
                </a:cubicBezTo>
                <a:cubicBezTo>
                  <a:pt x="161" y="98"/>
                  <a:pt x="160" y="98"/>
                  <a:pt x="160" y="97"/>
                </a:cubicBezTo>
                <a:cubicBezTo>
                  <a:pt x="160" y="97"/>
                  <a:pt x="159" y="97"/>
                  <a:pt x="159" y="97"/>
                </a:cubicBezTo>
                <a:cubicBezTo>
                  <a:pt x="159" y="96"/>
                  <a:pt x="159" y="96"/>
                  <a:pt x="159" y="96"/>
                </a:cubicBezTo>
                <a:cubicBezTo>
                  <a:pt x="159" y="96"/>
                  <a:pt x="158" y="96"/>
                  <a:pt x="158" y="96"/>
                </a:cubicBezTo>
                <a:cubicBezTo>
                  <a:pt x="158" y="95"/>
                  <a:pt x="158" y="95"/>
                  <a:pt x="157" y="95"/>
                </a:cubicBezTo>
                <a:cubicBezTo>
                  <a:pt x="157" y="95"/>
                  <a:pt x="157" y="95"/>
                  <a:pt x="157" y="95"/>
                </a:cubicBezTo>
                <a:cubicBezTo>
                  <a:pt x="156" y="95"/>
                  <a:pt x="156" y="94"/>
                  <a:pt x="156" y="94"/>
                </a:cubicBezTo>
                <a:cubicBezTo>
                  <a:pt x="156" y="94"/>
                  <a:pt x="156" y="94"/>
                  <a:pt x="156" y="94"/>
                </a:cubicBezTo>
                <a:cubicBezTo>
                  <a:pt x="156" y="94"/>
                  <a:pt x="155" y="94"/>
                  <a:pt x="155" y="94"/>
                </a:cubicBezTo>
                <a:cubicBezTo>
                  <a:pt x="155" y="94"/>
                  <a:pt x="156" y="94"/>
                  <a:pt x="156" y="93"/>
                </a:cubicBezTo>
                <a:cubicBezTo>
                  <a:pt x="156" y="93"/>
                  <a:pt x="156" y="93"/>
                  <a:pt x="156" y="93"/>
                </a:cubicBezTo>
                <a:cubicBezTo>
                  <a:pt x="157" y="93"/>
                  <a:pt x="157" y="93"/>
                  <a:pt x="157" y="92"/>
                </a:cubicBezTo>
                <a:cubicBezTo>
                  <a:pt x="157" y="92"/>
                  <a:pt x="156" y="92"/>
                  <a:pt x="156" y="92"/>
                </a:cubicBezTo>
                <a:cubicBezTo>
                  <a:pt x="156" y="92"/>
                  <a:pt x="156" y="92"/>
                  <a:pt x="156" y="92"/>
                </a:cubicBezTo>
                <a:cubicBezTo>
                  <a:pt x="157" y="92"/>
                  <a:pt x="157" y="91"/>
                  <a:pt x="158" y="91"/>
                </a:cubicBezTo>
                <a:cubicBezTo>
                  <a:pt x="158" y="91"/>
                  <a:pt x="158" y="91"/>
                  <a:pt x="158" y="91"/>
                </a:cubicBezTo>
                <a:cubicBezTo>
                  <a:pt x="157" y="91"/>
                  <a:pt x="157" y="91"/>
                  <a:pt x="157" y="91"/>
                </a:cubicBezTo>
                <a:cubicBezTo>
                  <a:pt x="157" y="91"/>
                  <a:pt x="157" y="91"/>
                  <a:pt x="157" y="91"/>
                </a:cubicBezTo>
                <a:cubicBezTo>
                  <a:pt x="156" y="91"/>
                  <a:pt x="156" y="91"/>
                  <a:pt x="156" y="91"/>
                </a:cubicBezTo>
                <a:cubicBezTo>
                  <a:pt x="156" y="91"/>
                  <a:pt x="156" y="91"/>
                  <a:pt x="155" y="91"/>
                </a:cubicBezTo>
                <a:cubicBezTo>
                  <a:pt x="155" y="92"/>
                  <a:pt x="154" y="92"/>
                  <a:pt x="154" y="92"/>
                </a:cubicBezTo>
                <a:cubicBezTo>
                  <a:pt x="154" y="92"/>
                  <a:pt x="154" y="92"/>
                  <a:pt x="154" y="92"/>
                </a:cubicBezTo>
                <a:cubicBezTo>
                  <a:pt x="153" y="92"/>
                  <a:pt x="153" y="92"/>
                  <a:pt x="153" y="92"/>
                </a:cubicBezTo>
                <a:cubicBezTo>
                  <a:pt x="153" y="92"/>
                  <a:pt x="153" y="92"/>
                  <a:pt x="153" y="92"/>
                </a:cubicBezTo>
                <a:cubicBezTo>
                  <a:pt x="153" y="92"/>
                  <a:pt x="153" y="92"/>
                  <a:pt x="153" y="92"/>
                </a:cubicBezTo>
                <a:cubicBezTo>
                  <a:pt x="153" y="92"/>
                  <a:pt x="153" y="92"/>
                  <a:pt x="153" y="92"/>
                </a:cubicBezTo>
                <a:cubicBezTo>
                  <a:pt x="152" y="92"/>
                  <a:pt x="152" y="92"/>
                  <a:pt x="152" y="92"/>
                </a:cubicBezTo>
                <a:cubicBezTo>
                  <a:pt x="152" y="92"/>
                  <a:pt x="152" y="92"/>
                  <a:pt x="152" y="92"/>
                </a:cubicBezTo>
                <a:cubicBezTo>
                  <a:pt x="152" y="93"/>
                  <a:pt x="153" y="93"/>
                  <a:pt x="153" y="94"/>
                </a:cubicBezTo>
                <a:cubicBezTo>
                  <a:pt x="153" y="94"/>
                  <a:pt x="154" y="94"/>
                  <a:pt x="154" y="94"/>
                </a:cubicBezTo>
                <a:cubicBezTo>
                  <a:pt x="154" y="94"/>
                  <a:pt x="154" y="94"/>
                  <a:pt x="155" y="94"/>
                </a:cubicBezTo>
                <a:cubicBezTo>
                  <a:pt x="155" y="94"/>
                  <a:pt x="154" y="94"/>
                  <a:pt x="154" y="94"/>
                </a:cubicBezTo>
                <a:cubicBezTo>
                  <a:pt x="154" y="94"/>
                  <a:pt x="154" y="94"/>
                  <a:pt x="154" y="94"/>
                </a:cubicBezTo>
                <a:cubicBezTo>
                  <a:pt x="154" y="94"/>
                  <a:pt x="154" y="94"/>
                  <a:pt x="153" y="94"/>
                </a:cubicBezTo>
                <a:cubicBezTo>
                  <a:pt x="153" y="94"/>
                  <a:pt x="153" y="94"/>
                  <a:pt x="153" y="94"/>
                </a:cubicBezTo>
                <a:cubicBezTo>
                  <a:pt x="153" y="94"/>
                  <a:pt x="153" y="94"/>
                  <a:pt x="152" y="94"/>
                </a:cubicBezTo>
                <a:cubicBezTo>
                  <a:pt x="152" y="95"/>
                  <a:pt x="152" y="95"/>
                  <a:pt x="151" y="95"/>
                </a:cubicBezTo>
                <a:cubicBezTo>
                  <a:pt x="151" y="95"/>
                  <a:pt x="151" y="95"/>
                  <a:pt x="151" y="95"/>
                </a:cubicBezTo>
                <a:cubicBezTo>
                  <a:pt x="151" y="94"/>
                  <a:pt x="151" y="94"/>
                  <a:pt x="150" y="94"/>
                </a:cubicBezTo>
                <a:cubicBezTo>
                  <a:pt x="150" y="94"/>
                  <a:pt x="150" y="94"/>
                  <a:pt x="150" y="94"/>
                </a:cubicBezTo>
                <a:cubicBezTo>
                  <a:pt x="150" y="93"/>
                  <a:pt x="151" y="93"/>
                  <a:pt x="151" y="93"/>
                </a:cubicBezTo>
                <a:cubicBezTo>
                  <a:pt x="151" y="93"/>
                  <a:pt x="151" y="93"/>
                  <a:pt x="151" y="92"/>
                </a:cubicBezTo>
                <a:cubicBezTo>
                  <a:pt x="150" y="92"/>
                  <a:pt x="150" y="93"/>
                  <a:pt x="149" y="92"/>
                </a:cubicBezTo>
                <a:cubicBezTo>
                  <a:pt x="149" y="92"/>
                  <a:pt x="149" y="92"/>
                  <a:pt x="149" y="92"/>
                </a:cubicBezTo>
                <a:cubicBezTo>
                  <a:pt x="149" y="92"/>
                  <a:pt x="149" y="92"/>
                  <a:pt x="150" y="92"/>
                </a:cubicBezTo>
                <a:cubicBezTo>
                  <a:pt x="150" y="92"/>
                  <a:pt x="150" y="92"/>
                  <a:pt x="150" y="92"/>
                </a:cubicBezTo>
                <a:cubicBezTo>
                  <a:pt x="149" y="92"/>
                  <a:pt x="149" y="92"/>
                  <a:pt x="149" y="91"/>
                </a:cubicBezTo>
                <a:cubicBezTo>
                  <a:pt x="149" y="91"/>
                  <a:pt x="149" y="92"/>
                  <a:pt x="149" y="92"/>
                </a:cubicBezTo>
                <a:cubicBezTo>
                  <a:pt x="149" y="92"/>
                  <a:pt x="149" y="92"/>
                  <a:pt x="149" y="92"/>
                </a:cubicBezTo>
                <a:cubicBezTo>
                  <a:pt x="148" y="92"/>
                  <a:pt x="148" y="92"/>
                  <a:pt x="147" y="93"/>
                </a:cubicBezTo>
                <a:cubicBezTo>
                  <a:pt x="147" y="93"/>
                  <a:pt x="146" y="93"/>
                  <a:pt x="147" y="93"/>
                </a:cubicBezTo>
                <a:cubicBezTo>
                  <a:pt x="147" y="94"/>
                  <a:pt x="147" y="94"/>
                  <a:pt x="147" y="94"/>
                </a:cubicBezTo>
                <a:cubicBezTo>
                  <a:pt x="147" y="94"/>
                  <a:pt x="147" y="94"/>
                  <a:pt x="146" y="94"/>
                </a:cubicBezTo>
                <a:cubicBezTo>
                  <a:pt x="146" y="94"/>
                  <a:pt x="145" y="95"/>
                  <a:pt x="145" y="96"/>
                </a:cubicBezTo>
                <a:cubicBezTo>
                  <a:pt x="145" y="96"/>
                  <a:pt x="145" y="96"/>
                  <a:pt x="145" y="96"/>
                </a:cubicBezTo>
                <a:cubicBezTo>
                  <a:pt x="145" y="96"/>
                  <a:pt x="145" y="96"/>
                  <a:pt x="145" y="97"/>
                </a:cubicBezTo>
                <a:cubicBezTo>
                  <a:pt x="145" y="97"/>
                  <a:pt x="145" y="97"/>
                  <a:pt x="145" y="97"/>
                </a:cubicBezTo>
                <a:cubicBezTo>
                  <a:pt x="144" y="97"/>
                  <a:pt x="144" y="98"/>
                  <a:pt x="144" y="98"/>
                </a:cubicBezTo>
                <a:cubicBezTo>
                  <a:pt x="144" y="98"/>
                  <a:pt x="144" y="98"/>
                  <a:pt x="144" y="98"/>
                </a:cubicBezTo>
                <a:cubicBezTo>
                  <a:pt x="144" y="98"/>
                  <a:pt x="145" y="99"/>
                  <a:pt x="145" y="99"/>
                </a:cubicBezTo>
                <a:cubicBezTo>
                  <a:pt x="145" y="99"/>
                  <a:pt x="146" y="99"/>
                  <a:pt x="146" y="99"/>
                </a:cubicBezTo>
                <a:cubicBezTo>
                  <a:pt x="146" y="100"/>
                  <a:pt x="146" y="100"/>
                  <a:pt x="146" y="100"/>
                </a:cubicBezTo>
                <a:cubicBezTo>
                  <a:pt x="145" y="100"/>
                  <a:pt x="145" y="100"/>
                  <a:pt x="145" y="100"/>
                </a:cubicBezTo>
                <a:cubicBezTo>
                  <a:pt x="144" y="100"/>
                  <a:pt x="144" y="100"/>
                  <a:pt x="144" y="100"/>
                </a:cubicBezTo>
                <a:cubicBezTo>
                  <a:pt x="144" y="100"/>
                  <a:pt x="144" y="100"/>
                  <a:pt x="144" y="100"/>
                </a:cubicBezTo>
                <a:cubicBezTo>
                  <a:pt x="144" y="100"/>
                  <a:pt x="143" y="100"/>
                  <a:pt x="143" y="101"/>
                </a:cubicBezTo>
                <a:cubicBezTo>
                  <a:pt x="143" y="101"/>
                  <a:pt x="143" y="101"/>
                  <a:pt x="143" y="101"/>
                </a:cubicBezTo>
                <a:cubicBezTo>
                  <a:pt x="143" y="101"/>
                  <a:pt x="143" y="101"/>
                  <a:pt x="143" y="101"/>
                </a:cubicBezTo>
                <a:cubicBezTo>
                  <a:pt x="143" y="101"/>
                  <a:pt x="143" y="101"/>
                  <a:pt x="143" y="100"/>
                </a:cubicBezTo>
                <a:cubicBezTo>
                  <a:pt x="143" y="100"/>
                  <a:pt x="143" y="100"/>
                  <a:pt x="143" y="100"/>
                </a:cubicBezTo>
                <a:cubicBezTo>
                  <a:pt x="143" y="100"/>
                  <a:pt x="143" y="100"/>
                  <a:pt x="142" y="100"/>
                </a:cubicBezTo>
                <a:cubicBezTo>
                  <a:pt x="142" y="100"/>
                  <a:pt x="142" y="100"/>
                  <a:pt x="142" y="100"/>
                </a:cubicBezTo>
                <a:cubicBezTo>
                  <a:pt x="142" y="100"/>
                  <a:pt x="141" y="100"/>
                  <a:pt x="141" y="100"/>
                </a:cubicBezTo>
                <a:cubicBezTo>
                  <a:pt x="141" y="100"/>
                  <a:pt x="141" y="100"/>
                  <a:pt x="141" y="100"/>
                </a:cubicBezTo>
                <a:cubicBezTo>
                  <a:pt x="141" y="100"/>
                  <a:pt x="141" y="100"/>
                  <a:pt x="140" y="100"/>
                </a:cubicBezTo>
                <a:cubicBezTo>
                  <a:pt x="140" y="100"/>
                  <a:pt x="140" y="100"/>
                  <a:pt x="140" y="100"/>
                </a:cubicBezTo>
                <a:cubicBezTo>
                  <a:pt x="140" y="100"/>
                  <a:pt x="140" y="100"/>
                  <a:pt x="140" y="100"/>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39" y="101"/>
                  <a:pt x="139" y="101"/>
                </a:cubicBezTo>
                <a:cubicBezTo>
                  <a:pt x="139" y="101"/>
                  <a:pt x="139" y="101"/>
                  <a:pt x="139" y="101"/>
                </a:cubicBezTo>
                <a:cubicBezTo>
                  <a:pt x="139" y="101"/>
                  <a:pt x="139" y="101"/>
                  <a:pt x="140" y="101"/>
                </a:cubicBezTo>
                <a:cubicBezTo>
                  <a:pt x="140" y="101"/>
                  <a:pt x="140" y="101"/>
                  <a:pt x="140" y="101"/>
                </a:cubicBezTo>
                <a:cubicBezTo>
                  <a:pt x="139" y="101"/>
                  <a:pt x="139" y="101"/>
                  <a:pt x="139" y="101"/>
                </a:cubicBezTo>
                <a:cubicBezTo>
                  <a:pt x="139" y="101"/>
                  <a:pt x="139" y="101"/>
                  <a:pt x="139" y="101"/>
                </a:cubicBezTo>
                <a:cubicBezTo>
                  <a:pt x="139" y="101"/>
                  <a:pt x="139" y="100"/>
                  <a:pt x="139" y="100"/>
                </a:cubicBezTo>
                <a:cubicBezTo>
                  <a:pt x="139" y="100"/>
                  <a:pt x="139" y="100"/>
                  <a:pt x="139" y="100"/>
                </a:cubicBezTo>
                <a:cubicBezTo>
                  <a:pt x="139" y="100"/>
                  <a:pt x="139" y="100"/>
                  <a:pt x="139" y="100"/>
                </a:cubicBezTo>
                <a:cubicBezTo>
                  <a:pt x="139" y="100"/>
                  <a:pt x="138" y="100"/>
                  <a:pt x="138" y="101"/>
                </a:cubicBezTo>
                <a:cubicBezTo>
                  <a:pt x="138" y="101"/>
                  <a:pt x="138" y="101"/>
                  <a:pt x="138" y="101"/>
                </a:cubicBezTo>
                <a:cubicBezTo>
                  <a:pt x="138" y="101"/>
                  <a:pt x="138" y="101"/>
                  <a:pt x="138" y="101"/>
                </a:cubicBezTo>
                <a:cubicBezTo>
                  <a:pt x="138"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3"/>
                </a:cubicBezTo>
                <a:cubicBezTo>
                  <a:pt x="139" y="103"/>
                  <a:pt x="138" y="103"/>
                  <a:pt x="138" y="103"/>
                </a:cubicBezTo>
                <a:cubicBezTo>
                  <a:pt x="138" y="103"/>
                  <a:pt x="138" y="103"/>
                  <a:pt x="138" y="103"/>
                </a:cubicBezTo>
                <a:cubicBezTo>
                  <a:pt x="139" y="103"/>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39" y="104"/>
                </a:cubicBezTo>
                <a:cubicBezTo>
                  <a:pt x="139" y="104"/>
                  <a:pt x="139" y="104"/>
                  <a:pt x="139" y="104"/>
                </a:cubicBezTo>
                <a:cubicBezTo>
                  <a:pt x="139" y="104"/>
                  <a:pt x="139" y="104"/>
                  <a:pt x="139" y="104"/>
                </a:cubicBezTo>
                <a:cubicBezTo>
                  <a:pt x="139" y="104"/>
                  <a:pt x="139" y="104"/>
                  <a:pt x="139" y="104"/>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8" y="105"/>
                </a:cubicBezTo>
                <a:cubicBezTo>
                  <a:pt x="138" y="105"/>
                  <a:pt x="138" y="105"/>
                  <a:pt x="138" y="105"/>
                </a:cubicBezTo>
                <a:cubicBezTo>
                  <a:pt x="139" y="105"/>
                  <a:pt x="139" y="105"/>
                  <a:pt x="139" y="106"/>
                </a:cubicBezTo>
                <a:cubicBezTo>
                  <a:pt x="139" y="106"/>
                  <a:pt x="138" y="106"/>
                  <a:pt x="138" y="106"/>
                </a:cubicBezTo>
                <a:cubicBezTo>
                  <a:pt x="138" y="106"/>
                  <a:pt x="138" y="106"/>
                  <a:pt x="138" y="106"/>
                </a:cubicBezTo>
                <a:cubicBezTo>
                  <a:pt x="138" y="106"/>
                  <a:pt x="138" y="106"/>
                  <a:pt x="138" y="106"/>
                </a:cubicBezTo>
                <a:cubicBezTo>
                  <a:pt x="138" y="106"/>
                  <a:pt x="138" y="105"/>
                  <a:pt x="138" y="105"/>
                </a:cubicBezTo>
                <a:cubicBezTo>
                  <a:pt x="138" y="105"/>
                  <a:pt x="138" y="105"/>
                  <a:pt x="137" y="106"/>
                </a:cubicBezTo>
                <a:cubicBezTo>
                  <a:pt x="137" y="105"/>
                  <a:pt x="137" y="105"/>
                  <a:pt x="137" y="105"/>
                </a:cubicBezTo>
                <a:cubicBezTo>
                  <a:pt x="137" y="105"/>
                  <a:pt x="137" y="105"/>
                  <a:pt x="137" y="105"/>
                </a:cubicBezTo>
                <a:cubicBezTo>
                  <a:pt x="137" y="105"/>
                  <a:pt x="137" y="104"/>
                  <a:pt x="137" y="104"/>
                </a:cubicBezTo>
                <a:cubicBezTo>
                  <a:pt x="137" y="104"/>
                  <a:pt x="137" y="104"/>
                  <a:pt x="137" y="104"/>
                </a:cubicBezTo>
                <a:cubicBezTo>
                  <a:pt x="137" y="104"/>
                  <a:pt x="138" y="104"/>
                  <a:pt x="138" y="104"/>
                </a:cubicBezTo>
                <a:cubicBezTo>
                  <a:pt x="138" y="104"/>
                  <a:pt x="139" y="104"/>
                  <a:pt x="139" y="104"/>
                </a:cubicBezTo>
                <a:cubicBezTo>
                  <a:pt x="139" y="104"/>
                  <a:pt x="139" y="104"/>
                  <a:pt x="139" y="104"/>
                </a:cubicBezTo>
                <a:cubicBezTo>
                  <a:pt x="139" y="104"/>
                  <a:pt x="138" y="103"/>
                  <a:pt x="138" y="103"/>
                </a:cubicBezTo>
                <a:cubicBezTo>
                  <a:pt x="138" y="103"/>
                  <a:pt x="137" y="103"/>
                  <a:pt x="137" y="103"/>
                </a:cubicBezTo>
                <a:cubicBezTo>
                  <a:pt x="137" y="103"/>
                  <a:pt x="136" y="103"/>
                  <a:pt x="136" y="103"/>
                </a:cubicBezTo>
                <a:cubicBezTo>
                  <a:pt x="136" y="103"/>
                  <a:pt x="136" y="103"/>
                  <a:pt x="136" y="103"/>
                </a:cubicBezTo>
                <a:cubicBezTo>
                  <a:pt x="136" y="103"/>
                  <a:pt x="137" y="103"/>
                  <a:pt x="137" y="103"/>
                </a:cubicBezTo>
                <a:cubicBezTo>
                  <a:pt x="137" y="103"/>
                  <a:pt x="137" y="103"/>
                  <a:pt x="137" y="103"/>
                </a:cubicBezTo>
                <a:cubicBezTo>
                  <a:pt x="137" y="103"/>
                  <a:pt x="137" y="103"/>
                  <a:pt x="137" y="102"/>
                </a:cubicBezTo>
                <a:cubicBezTo>
                  <a:pt x="136" y="103"/>
                  <a:pt x="136" y="102"/>
                  <a:pt x="135" y="102"/>
                </a:cubicBezTo>
                <a:cubicBezTo>
                  <a:pt x="135" y="102"/>
                  <a:pt x="135" y="102"/>
                  <a:pt x="135" y="101"/>
                </a:cubicBezTo>
                <a:cubicBezTo>
                  <a:pt x="135" y="101"/>
                  <a:pt x="135" y="101"/>
                  <a:pt x="135" y="101"/>
                </a:cubicBezTo>
                <a:cubicBezTo>
                  <a:pt x="135" y="101"/>
                  <a:pt x="135" y="101"/>
                  <a:pt x="135" y="101"/>
                </a:cubicBezTo>
                <a:cubicBezTo>
                  <a:pt x="135" y="101"/>
                  <a:pt x="135" y="101"/>
                  <a:pt x="135" y="100"/>
                </a:cubicBezTo>
                <a:cubicBezTo>
                  <a:pt x="135" y="100"/>
                  <a:pt x="135" y="100"/>
                  <a:pt x="135" y="100"/>
                </a:cubicBezTo>
                <a:cubicBezTo>
                  <a:pt x="135" y="100"/>
                  <a:pt x="135" y="99"/>
                  <a:pt x="135" y="99"/>
                </a:cubicBezTo>
                <a:cubicBezTo>
                  <a:pt x="135" y="99"/>
                  <a:pt x="135" y="99"/>
                  <a:pt x="135" y="99"/>
                </a:cubicBezTo>
                <a:cubicBezTo>
                  <a:pt x="135" y="99"/>
                  <a:pt x="135" y="99"/>
                  <a:pt x="134" y="99"/>
                </a:cubicBezTo>
                <a:cubicBezTo>
                  <a:pt x="134" y="98"/>
                  <a:pt x="134" y="98"/>
                  <a:pt x="134" y="98"/>
                </a:cubicBezTo>
                <a:cubicBezTo>
                  <a:pt x="134" y="98"/>
                  <a:pt x="133" y="98"/>
                  <a:pt x="132" y="97"/>
                </a:cubicBezTo>
                <a:cubicBezTo>
                  <a:pt x="132" y="97"/>
                  <a:pt x="132" y="97"/>
                  <a:pt x="132" y="97"/>
                </a:cubicBezTo>
                <a:cubicBezTo>
                  <a:pt x="132" y="97"/>
                  <a:pt x="131" y="96"/>
                  <a:pt x="131" y="96"/>
                </a:cubicBezTo>
                <a:cubicBezTo>
                  <a:pt x="131" y="96"/>
                  <a:pt x="131" y="96"/>
                  <a:pt x="131" y="96"/>
                </a:cubicBezTo>
                <a:cubicBezTo>
                  <a:pt x="130" y="96"/>
                  <a:pt x="130" y="96"/>
                  <a:pt x="130" y="95"/>
                </a:cubicBezTo>
                <a:cubicBezTo>
                  <a:pt x="130" y="95"/>
                  <a:pt x="130" y="95"/>
                  <a:pt x="130" y="95"/>
                </a:cubicBezTo>
                <a:cubicBezTo>
                  <a:pt x="130" y="95"/>
                  <a:pt x="130" y="95"/>
                  <a:pt x="130" y="95"/>
                </a:cubicBezTo>
                <a:cubicBezTo>
                  <a:pt x="129" y="95"/>
                  <a:pt x="130" y="94"/>
                  <a:pt x="129" y="94"/>
                </a:cubicBezTo>
                <a:cubicBezTo>
                  <a:pt x="129" y="94"/>
                  <a:pt x="129" y="94"/>
                  <a:pt x="129" y="94"/>
                </a:cubicBezTo>
                <a:cubicBezTo>
                  <a:pt x="128" y="94"/>
                  <a:pt x="128" y="94"/>
                  <a:pt x="128" y="95"/>
                </a:cubicBezTo>
                <a:cubicBezTo>
                  <a:pt x="128" y="94"/>
                  <a:pt x="128" y="94"/>
                  <a:pt x="128" y="94"/>
                </a:cubicBezTo>
                <a:cubicBezTo>
                  <a:pt x="128" y="94"/>
                  <a:pt x="128" y="93"/>
                  <a:pt x="128" y="93"/>
                </a:cubicBezTo>
                <a:cubicBezTo>
                  <a:pt x="128" y="93"/>
                  <a:pt x="128" y="93"/>
                  <a:pt x="128" y="93"/>
                </a:cubicBezTo>
                <a:cubicBezTo>
                  <a:pt x="128" y="93"/>
                  <a:pt x="128" y="93"/>
                  <a:pt x="127" y="93"/>
                </a:cubicBezTo>
                <a:cubicBezTo>
                  <a:pt x="127" y="93"/>
                  <a:pt x="127" y="93"/>
                  <a:pt x="127" y="93"/>
                </a:cubicBezTo>
                <a:cubicBezTo>
                  <a:pt x="127" y="93"/>
                  <a:pt x="127" y="94"/>
                  <a:pt x="126" y="94"/>
                </a:cubicBezTo>
                <a:cubicBezTo>
                  <a:pt x="126" y="94"/>
                  <a:pt x="126" y="94"/>
                  <a:pt x="126" y="94"/>
                </a:cubicBezTo>
                <a:cubicBezTo>
                  <a:pt x="126" y="94"/>
                  <a:pt x="126" y="94"/>
                  <a:pt x="126" y="94"/>
                </a:cubicBezTo>
                <a:cubicBezTo>
                  <a:pt x="126" y="94"/>
                  <a:pt x="127" y="94"/>
                  <a:pt x="127" y="94"/>
                </a:cubicBezTo>
                <a:cubicBezTo>
                  <a:pt x="127" y="95"/>
                  <a:pt x="126" y="95"/>
                  <a:pt x="126" y="95"/>
                </a:cubicBezTo>
                <a:cubicBezTo>
                  <a:pt x="127" y="95"/>
                  <a:pt x="127" y="96"/>
                  <a:pt x="127" y="96"/>
                </a:cubicBezTo>
                <a:cubicBezTo>
                  <a:pt x="128" y="96"/>
                  <a:pt x="128" y="96"/>
                  <a:pt x="128" y="96"/>
                </a:cubicBezTo>
                <a:cubicBezTo>
                  <a:pt x="128" y="97"/>
                  <a:pt x="128" y="97"/>
                  <a:pt x="128" y="97"/>
                </a:cubicBezTo>
                <a:cubicBezTo>
                  <a:pt x="128" y="98"/>
                  <a:pt x="129" y="98"/>
                  <a:pt x="129" y="98"/>
                </a:cubicBezTo>
                <a:cubicBezTo>
                  <a:pt x="130" y="99"/>
                  <a:pt x="131" y="98"/>
                  <a:pt x="131" y="99"/>
                </a:cubicBezTo>
                <a:cubicBezTo>
                  <a:pt x="131" y="99"/>
                  <a:pt x="131" y="99"/>
                  <a:pt x="131" y="99"/>
                </a:cubicBezTo>
                <a:cubicBezTo>
                  <a:pt x="131" y="99"/>
                  <a:pt x="131" y="99"/>
                  <a:pt x="131" y="99"/>
                </a:cubicBezTo>
                <a:cubicBezTo>
                  <a:pt x="131" y="99"/>
                  <a:pt x="131" y="99"/>
                  <a:pt x="131" y="99"/>
                </a:cubicBezTo>
                <a:cubicBezTo>
                  <a:pt x="132" y="100"/>
                  <a:pt x="133" y="100"/>
                  <a:pt x="134" y="101"/>
                </a:cubicBezTo>
                <a:cubicBezTo>
                  <a:pt x="134" y="101"/>
                  <a:pt x="134" y="101"/>
                  <a:pt x="133" y="102"/>
                </a:cubicBezTo>
                <a:cubicBezTo>
                  <a:pt x="133" y="101"/>
                  <a:pt x="133" y="101"/>
                  <a:pt x="133" y="101"/>
                </a:cubicBezTo>
                <a:cubicBezTo>
                  <a:pt x="133" y="101"/>
                  <a:pt x="133" y="101"/>
                  <a:pt x="133" y="101"/>
                </a:cubicBezTo>
                <a:cubicBezTo>
                  <a:pt x="133" y="101"/>
                  <a:pt x="132" y="101"/>
                  <a:pt x="132" y="101"/>
                </a:cubicBezTo>
                <a:cubicBezTo>
                  <a:pt x="132" y="100"/>
                  <a:pt x="131" y="101"/>
                  <a:pt x="131" y="102"/>
                </a:cubicBezTo>
                <a:cubicBezTo>
                  <a:pt x="132" y="102"/>
                  <a:pt x="132" y="102"/>
                  <a:pt x="132" y="102"/>
                </a:cubicBezTo>
                <a:cubicBezTo>
                  <a:pt x="132" y="102"/>
                  <a:pt x="132" y="102"/>
                  <a:pt x="132" y="103"/>
                </a:cubicBezTo>
                <a:cubicBezTo>
                  <a:pt x="132" y="103"/>
                  <a:pt x="132" y="103"/>
                  <a:pt x="132" y="103"/>
                </a:cubicBezTo>
                <a:cubicBezTo>
                  <a:pt x="132" y="103"/>
                  <a:pt x="132" y="103"/>
                  <a:pt x="131" y="103"/>
                </a:cubicBezTo>
                <a:cubicBezTo>
                  <a:pt x="131" y="103"/>
                  <a:pt x="131" y="103"/>
                  <a:pt x="131" y="103"/>
                </a:cubicBezTo>
                <a:cubicBezTo>
                  <a:pt x="131" y="104"/>
                  <a:pt x="131" y="104"/>
                  <a:pt x="131" y="104"/>
                </a:cubicBezTo>
                <a:cubicBezTo>
                  <a:pt x="130" y="104"/>
                  <a:pt x="130" y="104"/>
                  <a:pt x="130" y="104"/>
                </a:cubicBezTo>
                <a:cubicBezTo>
                  <a:pt x="130" y="104"/>
                  <a:pt x="130" y="104"/>
                  <a:pt x="130" y="104"/>
                </a:cubicBezTo>
                <a:cubicBezTo>
                  <a:pt x="130" y="104"/>
                  <a:pt x="130" y="104"/>
                  <a:pt x="130" y="104"/>
                </a:cubicBezTo>
                <a:cubicBezTo>
                  <a:pt x="131" y="104"/>
                  <a:pt x="131" y="103"/>
                  <a:pt x="131" y="103"/>
                </a:cubicBezTo>
                <a:cubicBezTo>
                  <a:pt x="131" y="103"/>
                  <a:pt x="131" y="103"/>
                  <a:pt x="131" y="103"/>
                </a:cubicBezTo>
                <a:cubicBezTo>
                  <a:pt x="131" y="103"/>
                  <a:pt x="131" y="103"/>
                  <a:pt x="131" y="103"/>
                </a:cubicBezTo>
                <a:cubicBezTo>
                  <a:pt x="131" y="103"/>
                  <a:pt x="131" y="103"/>
                  <a:pt x="131" y="103"/>
                </a:cubicBezTo>
                <a:cubicBezTo>
                  <a:pt x="131" y="103"/>
                  <a:pt x="130" y="101"/>
                  <a:pt x="130" y="101"/>
                </a:cubicBezTo>
                <a:cubicBezTo>
                  <a:pt x="130" y="101"/>
                  <a:pt x="130" y="101"/>
                  <a:pt x="130" y="101"/>
                </a:cubicBezTo>
                <a:cubicBezTo>
                  <a:pt x="130" y="101"/>
                  <a:pt x="130" y="101"/>
                  <a:pt x="129" y="101"/>
                </a:cubicBezTo>
                <a:cubicBezTo>
                  <a:pt x="129" y="101"/>
                  <a:pt x="130" y="101"/>
                  <a:pt x="129" y="101"/>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8" y="100"/>
                </a:cubicBezTo>
                <a:cubicBezTo>
                  <a:pt x="128" y="99"/>
                  <a:pt x="128" y="100"/>
                  <a:pt x="127" y="99"/>
                </a:cubicBezTo>
                <a:cubicBezTo>
                  <a:pt x="126" y="99"/>
                  <a:pt x="126" y="98"/>
                  <a:pt x="125" y="98"/>
                </a:cubicBezTo>
                <a:cubicBezTo>
                  <a:pt x="124" y="97"/>
                  <a:pt x="124" y="96"/>
                  <a:pt x="123" y="95"/>
                </a:cubicBezTo>
                <a:cubicBezTo>
                  <a:pt x="123" y="95"/>
                  <a:pt x="122" y="95"/>
                  <a:pt x="122" y="95"/>
                </a:cubicBezTo>
                <a:cubicBezTo>
                  <a:pt x="122" y="95"/>
                  <a:pt x="121" y="96"/>
                  <a:pt x="121" y="96"/>
                </a:cubicBezTo>
                <a:cubicBezTo>
                  <a:pt x="121" y="96"/>
                  <a:pt x="121" y="96"/>
                  <a:pt x="121" y="96"/>
                </a:cubicBezTo>
                <a:cubicBezTo>
                  <a:pt x="120" y="96"/>
                  <a:pt x="120" y="97"/>
                  <a:pt x="119" y="97"/>
                </a:cubicBezTo>
                <a:cubicBezTo>
                  <a:pt x="118" y="97"/>
                  <a:pt x="118" y="97"/>
                  <a:pt x="118" y="97"/>
                </a:cubicBezTo>
                <a:cubicBezTo>
                  <a:pt x="118" y="96"/>
                  <a:pt x="118" y="97"/>
                  <a:pt x="117" y="97"/>
                </a:cubicBezTo>
                <a:cubicBezTo>
                  <a:pt x="117" y="97"/>
                  <a:pt x="117" y="96"/>
                  <a:pt x="116" y="97"/>
                </a:cubicBezTo>
                <a:cubicBezTo>
                  <a:pt x="115" y="97"/>
                  <a:pt x="116" y="98"/>
                  <a:pt x="116" y="99"/>
                </a:cubicBezTo>
                <a:cubicBezTo>
                  <a:pt x="115" y="99"/>
                  <a:pt x="115" y="99"/>
                  <a:pt x="115" y="99"/>
                </a:cubicBezTo>
                <a:cubicBezTo>
                  <a:pt x="115" y="99"/>
                  <a:pt x="114" y="99"/>
                  <a:pt x="114" y="99"/>
                </a:cubicBezTo>
                <a:cubicBezTo>
                  <a:pt x="114" y="100"/>
                  <a:pt x="113" y="99"/>
                  <a:pt x="113" y="100"/>
                </a:cubicBezTo>
                <a:cubicBezTo>
                  <a:pt x="113" y="100"/>
                  <a:pt x="113" y="100"/>
                  <a:pt x="113" y="100"/>
                </a:cubicBezTo>
                <a:cubicBezTo>
                  <a:pt x="113" y="100"/>
                  <a:pt x="113" y="100"/>
                  <a:pt x="113" y="100"/>
                </a:cubicBezTo>
                <a:cubicBezTo>
                  <a:pt x="112" y="100"/>
                  <a:pt x="112" y="101"/>
                  <a:pt x="112" y="102"/>
                </a:cubicBezTo>
                <a:cubicBezTo>
                  <a:pt x="112" y="102"/>
                  <a:pt x="112" y="102"/>
                  <a:pt x="112" y="103"/>
                </a:cubicBezTo>
                <a:cubicBezTo>
                  <a:pt x="112" y="103"/>
                  <a:pt x="112" y="103"/>
                  <a:pt x="112" y="103"/>
                </a:cubicBezTo>
                <a:cubicBezTo>
                  <a:pt x="112" y="103"/>
                  <a:pt x="112" y="103"/>
                  <a:pt x="112" y="103"/>
                </a:cubicBezTo>
                <a:cubicBezTo>
                  <a:pt x="112" y="103"/>
                  <a:pt x="111" y="104"/>
                  <a:pt x="111" y="104"/>
                </a:cubicBezTo>
                <a:cubicBezTo>
                  <a:pt x="111" y="104"/>
                  <a:pt x="111" y="104"/>
                  <a:pt x="111" y="105"/>
                </a:cubicBezTo>
                <a:cubicBezTo>
                  <a:pt x="111" y="105"/>
                  <a:pt x="110" y="105"/>
                  <a:pt x="110" y="105"/>
                </a:cubicBezTo>
                <a:cubicBezTo>
                  <a:pt x="110" y="105"/>
                  <a:pt x="110" y="105"/>
                  <a:pt x="109" y="106"/>
                </a:cubicBezTo>
                <a:cubicBezTo>
                  <a:pt x="109" y="106"/>
                  <a:pt x="109" y="106"/>
                  <a:pt x="109" y="106"/>
                </a:cubicBezTo>
                <a:cubicBezTo>
                  <a:pt x="109" y="106"/>
                  <a:pt x="109" y="106"/>
                  <a:pt x="109" y="106"/>
                </a:cubicBezTo>
                <a:cubicBezTo>
                  <a:pt x="108" y="106"/>
                  <a:pt x="107" y="106"/>
                  <a:pt x="107" y="106"/>
                </a:cubicBezTo>
                <a:cubicBezTo>
                  <a:pt x="107" y="106"/>
                  <a:pt x="107" y="106"/>
                  <a:pt x="106" y="106"/>
                </a:cubicBezTo>
                <a:cubicBezTo>
                  <a:pt x="106" y="106"/>
                  <a:pt x="106" y="106"/>
                  <a:pt x="106" y="107"/>
                </a:cubicBezTo>
                <a:cubicBezTo>
                  <a:pt x="106" y="107"/>
                  <a:pt x="106" y="107"/>
                  <a:pt x="106" y="107"/>
                </a:cubicBezTo>
                <a:cubicBezTo>
                  <a:pt x="106" y="107"/>
                  <a:pt x="106" y="106"/>
                  <a:pt x="106" y="106"/>
                </a:cubicBezTo>
                <a:cubicBezTo>
                  <a:pt x="106" y="106"/>
                  <a:pt x="106" y="106"/>
                  <a:pt x="106" y="106"/>
                </a:cubicBezTo>
                <a:cubicBezTo>
                  <a:pt x="106" y="107"/>
                  <a:pt x="106" y="107"/>
                  <a:pt x="106" y="107"/>
                </a:cubicBezTo>
                <a:cubicBezTo>
                  <a:pt x="105" y="107"/>
                  <a:pt x="105" y="106"/>
                  <a:pt x="105" y="106"/>
                </a:cubicBezTo>
                <a:cubicBezTo>
                  <a:pt x="105" y="106"/>
                  <a:pt x="105" y="106"/>
                  <a:pt x="104" y="106"/>
                </a:cubicBezTo>
                <a:cubicBezTo>
                  <a:pt x="104" y="105"/>
                  <a:pt x="104" y="105"/>
                  <a:pt x="103" y="105"/>
                </a:cubicBezTo>
                <a:cubicBezTo>
                  <a:pt x="103" y="105"/>
                  <a:pt x="103" y="105"/>
                  <a:pt x="103" y="105"/>
                </a:cubicBezTo>
                <a:cubicBezTo>
                  <a:pt x="103" y="105"/>
                  <a:pt x="102" y="105"/>
                  <a:pt x="102" y="105"/>
                </a:cubicBezTo>
                <a:cubicBezTo>
                  <a:pt x="102" y="105"/>
                  <a:pt x="102" y="105"/>
                  <a:pt x="102" y="105"/>
                </a:cubicBezTo>
                <a:cubicBezTo>
                  <a:pt x="102" y="105"/>
                  <a:pt x="102" y="105"/>
                  <a:pt x="102" y="105"/>
                </a:cubicBezTo>
                <a:cubicBezTo>
                  <a:pt x="101" y="105"/>
                  <a:pt x="102" y="105"/>
                  <a:pt x="102" y="105"/>
                </a:cubicBezTo>
                <a:cubicBezTo>
                  <a:pt x="102" y="104"/>
                  <a:pt x="102" y="104"/>
                  <a:pt x="102" y="104"/>
                </a:cubicBezTo>
                <a:cubicBezTo>
                  <a:pt x="102" y="104"/>
                  <a:pt x="102" y="104"/>
                  <a:pt x="102" y="104"/>
                </a:cubicBezTo>
                <a:cubicBezTo>
                  <a:pt x="102" y="104"/>
                  <a:pt x="102" y="104"/>
                  <a:pt x="102" y="103"/>
                </a:cubicBezTo>
                <a:cubicBezTo>
                  <a:pt x="102" y="103"/>
                  <a:pt x="102" y="103"/>
                  <a:pt x="102" y="103"/>
                </a:cubicBezTo>
                <a:cubicBezTo>
                  <a:pt x="102" y="103"/>
                  <a:pt x="101" y="103"/>
                  <a:pt x="101" y="103"/>
                </a:cubicBezTo>
                <a:cubicBezTo>
                  <a:pt x="101" y="103"/>
                  <a:pt x="101" y="103"/>
                  <a:pt x="101" y="103"/>
                </a:cubicBezTo>
                <a:cubicBezTo>
                  <a:pt x="101" y="103"/>
                  <a:pt x="101" y="103"/>
                  <a:pt x="101" y="103"/>
                </a:cubicBezTo>
                <a:cubicBezTo>
                  <a:pt x="101" y="103"/>
                  <a:pt x="101" y="103"/>
                  <a:pt x="102" y="103"/>
                </a:cubicBezTo>
                <a:cubicBezTo>
                  <a:pt x="102" y="103"/>
                  <a:pt x="102" y="103"/>
                  <a:pt x="101" y="103"/>
                </a:cubicBezTo>
                <a:cubicBezTo>
                  <a:pt x="101" y="103"/>
                  <a:pt x="101" y="103"/>
                  <a:pt x="101" y="103"/>
                </a:cubicBezTo>
                <a:cubicBezTo>
                  <a:pt x="101" y="103"/>
                  <a:pt x="101" y="103"/>
                  <a:pt x="101" y="103"/>
                </a:cubicBezTo>
                <a:cubicBezTo>
                  <a:pt x="101" y="103"/>
                  <a:pt x="101" y="103"/>
                  <a:pt x="101" y="103"/>
                </a:cubicBezTo>
                <a:cubicBezTo>
                  <a:pt x="101" y="103"/>
                  <a:pt x="101" y="102"/>
                  <a:pt x="101" y="102"/>
                </a:cubicBezTo>
                <a:cubicBezTo>
                  <a:pt x="102" y="102"/>
                  <a:pt x="102" y="100"/>
                  <a:pt x="102" y="99"/>
                </a:cubicBezTo>
                <a:cubicBezTo>
                  <a:pt x="102" y="99"/>
                  <a:pt x="102" y="98"/>
                  <a:pt x="102" y="98"/>
                </a:cubicBezTo>
                <a:cubicBezTo>
                  <a:pt x="102" y="98"/>
                  <a:pt x="102" y="97"/>
                  <a:pt x="101" y="97"/>
                </a:cubicBezTo>
                <a:cubicBezTo>
                  <a:pt x="101" y="97"/>
                  <a:pt x="101" y="97"/>
                  <a:pt x="101" y="97"/>
                </a:cubicBezTo>
                <a:cubicBezTo>
                  <a:pt x="101" y="97"/>
                  <a:pt x="102" y="97"/>
                  <a:pt x="102" y="97"/>
                </a:cubicBezTo>
                <a:cubicBezTo>
                  <a:pt x="102" y="97"/>
                  <a:pt x="102" y="97"/>
                  <a:pt x="102" y="97"/>
                </a:cubicBezTo>
                <a:cubicBezTo>
                  <a:pt x="102" y="96"/>
                  <a:pt x="102" y="96"/>
                  <a:pt x="102" y="96"/>
                </a:cubicBezTo>
                <a:cubicBezTo>
                  <a:pt x="103" y="96"/>
                  <a:pt x="103" y="96"/>
                  <a:pt x="104" y="96"/>
                </a:cubicBezTo>
                <a:cubicBezTo>
                  <a:pt x="104" y="96"/>
                  <a:pt x="105" y="96"/>
                  <a:pt x="105" y="96"/>
                </a:cubicBezTo>
                <a:cubicBezTo>
                  <a:pt x="105" y="96"/>
                  <a:pt x="106" y="96"/>
                  <a:pt x="106" y="96"/>
                </a:cubicBezTo>
                <a:cubicBezTo>
                  <a:pt x="107" y="96"/>
                  <a:pt x="108" y="97"/>
                  <a:pt x="109" y="96"/>
                </a:cubicBezTo>
                <a:cubicBezTo>
                  <a:pt x="109" y="96"/>
                  <a:pt x="109" y="97"/>
                  <a:pt x="110" y="97"/>
                </a:cubicBezTo>
                <a:cubicBezTo>
                  <a:pt x="110" y="96"/>
                  <a:pt x="110" y="95"/>
                  <a:pt x="110" y="95"/>
                </a:cubicBezTo>
                <a:cubicBezTo>
                  <a:pt x="111" y="95"/>
                  <a:pt x="111" y="95"/>
                  <a:pt x="111" y="95"/>
                </a:cubicBezTo>
                <a:cubicBezTo>
                  <a:pt x="111" y="95"/>
                  <a:pt x="111" y="95"/>
                  <a:pt x="111" y="95"/>
                </a:cubicBezTo>
                <a:cubicBezTo>
                  <a:pt x="111" y="95"/>
                  <a:pt x="111" y="95"/>
                  <a:pt x="110" y="95"/>
                </a:cubicBezTo>
                <a:cubicBezTo>
                  <a:pt x="110" y="94"/>
                  <a:pt x="111" y="94"/>
                  <a:pt x="111" y="93"/>
                </a:cubicBezTo>
                <a:cubicBezTo>
                  <a:pt x="111" y="93"/>
                  <a:pt x="111" y="93"/>
                  <a:pt x="111" y="93"/>
                </a:cubicBezTo>
                <a:cubicBezTo>
                  <a:pt x="111" y="94"/>
                  <a:pt x="111" y="94"/>
                  <a:pt x="111" y="94"/>
                </a:cubicBezTo>
                <a:cubicBezTo>
                  <a:pt x="111" y="94"/>
                  <a:pt x="111" y="93"/>
                  <a:pt x="111" y="93"/>
                </a:cubicBezTo>
                <a:cubicBezTo>
                  <a:pt x="111" y="93"/>
                  <a:pt x="111" y="93"/>
                  <a:pt x="111" y="93"/>
                </a:cubicBezTo>
                <a:cubicBezTo>
                  <a:pt x="110" y="92"/>
                  <a:pt x="111" y="92"/>
                  <a:pt x="110" y="92"/>
                </a:cubicBezTo>
                <a:cubicBezTo>
                  <a:pt x="110" y="92"/>
                  <a:pt x="110" y="92"/>
                  <a:pt x="110" y="91"/>
                </a:cubicBezTo>
                <a:cubicBezTo>
                  <a:pt x="110" y="91"/>
                  <a:pt x="110" y="91"/>
                  <a:pt x="110" y="91"/>
                </a:cubicBezTo>
                <a:cubicBezTo>
                  <a:pt x="109" y="91"/>
                  <a:pt x="109" y="91"/>
                  <a:pt x="109" y="91"/>
                </a:cubicBezTo>
                <a:cubicBezTo>
                  <a:pt x="109" y="91"/>
                  <a:pt x="109" y="91"/>
                  <a:pt x="109" y="91"/>
                </a:cubicBezTo>
                <a:cubicBezTo>
                  <a:pt x="109" y="90"/>
                  <a:pt x="109" y="90"/>
                  <a:pt x="109" y="90"/>
                </a:cubicBezTo>
                <a:cubicBezTo>
                  <a:pt x="109" y="90"/>
                  <a:pt x="109" y="91"/>
                  <a:pt x="109" y="91"/>
                </a:cubicBezTo>
                <a:cubicBezTo>
                  <a:pt x="108" y="90"/>
                  <a:pt x="108" y="90"/>
                  <a:pt x="107" y="90"/>
                </a:cubicBezTo>
                <a:cubicBezTo>
                  <a:pt x="107" y="90"/>
                  <a:pt x="107" y="90"/>
                  <a:pt x="107" y="90"/>
                </a:cubicBezTo>
                <a:cubicBezTo>
                  <a:pt x="107" y="90"/>
                  <a:pt x="107" y="90"/>
                  <a:pt x="107" y="90"/>
                </a:cubicBezTo>
                <a:cubicBezTo>
                  <a:pt x="107" y="90"/>
                  <a:pt x="107" y="90"/>
                  <a:pt x="107" y="90"/>
                </a:cubicBezTo>
                <a:cubicBezTo>
                  <a:pt x="107" y="90"/>
                  <a:pt x="107" y="90"/>
                  <a:pt x="107" y="90"/>
                </a:cubicBezTo>
                <a:cubicBezTo>
                  <a:pt x="107" y="90"/>
                  <a:pt x="107" y="90"/>
                  <a:pt x="107" y="89"/>
                </a:cubicBezTo>
                <a:cubicBezTo>
                  <a:pt x="107" y="89"/>
                  <a:pt x="107" y="89"/>
                  <a:pt x="107" y="89"/>
                </a:cubicBezTo>
                <a:cubicBezTo>
                  <a:pt x="107" y="89"/>
                  <a:pt x="107" y="89"/>
                  <a:pt x="107" y="89"/>
                </a:cubicBezTo>
                <a:cubicBezTo>
                  <a:pt x="107" y="89"/>
                  <a:pt x="107" y="89"/>
                  <a:pt x="106" y="89"/>
                </a:cubicBezTo>
                <a:cubicBezTo>
                  <a:pt x="106" y="89"/>
                  <a:pt x="106" y="89"/>
                  <a:pt x="106" y="89"/>
                </a:cubicBezTo>
                <a:cubicBezTo>
                  <a:pt x="107" y="89"/>
                  <a:pt x="107" y="89"/>
                  <a:pt x="107" y="89"/>
                </a:cubicBezTo>
                <a:cubicBezTo>
                  <a:pt x="107" y="89"/>
                  <a:pt x="107" y="89"/>
                  <a:pt x="107" y="89"/>
                </a:cubicBezTo>
                <a:cubicBezTo>
                  <a:pt x="107" y="89"/>
                  <a:pt x="108" y="89"/>
                  <a:pt x="108" y="89"/>
                </a:cubicBezTo>
                <a:cubicBezTo>
                  <a:pt x="108" y="89"/>
                  <a:pt x="108" y="89"/>
                  <a:pt x="108" y="89"/>
                </a:cubicBezTo>
                <a:cubicBezTo>
                  <a:pt x="108" y="89"/>
                  <a:pt x="108" y="88"/>
                  <a:pt x="108" y="88"/>
                </a:cubicBezTo>
                <a:cubicBezTo>
                  <a:pt x="109" y="89"/>
                  <a:pt x="109" y="89"/>
                  <a:pt x="109" y="89"/>
                </a:cubicBezTo>
                <a:cubicBezTo>
                  <a:pt x="109" y="89"/>
                  <a:pt x="110" y="89"/>
                  <a:pt x="110" y="89"/>
                </a:cubicBezTo>
                <a:cubicBezTo>
                  <a:pt x="110" y="89"/>
                  <a:pt x="110" y="89"/>
                  <a:pt x="110" y="89"/>
                </a:cubicBezTo>
                <a:cubicBezTo>
                  <a:pt x="110" y="89"/>
                  <a:pt x="110" y="89"/>
                  <a:pt x="110" y="89"/>
                </a:cubicBezTo>
                <a:cubicBezTo>
                  <a:pt x="110" y="89"/>
                  <a:pt x="110" y="88"/>
                  <a:pt x="110" y="88"/>
                </a:cubicBezTo>
                <a:cubicBezTo>
                  <a:pt x="110" y="88"/>
                  <a:pt x="110" y="88"/>
                  <a:pt x="110" y="87"/>
                </a:cubicBezTo>
                <a:cubicBezTo>
                  <a:pt x="110" y="87"/>
                  <a:pt x="110" y="87"/>
                  <a:pt x="111" y="87"/>
                </a:cubicBezTo>
                <a:cubicBezTo>
                  <a:pt x="111" y="87"/>
                  <a:pt x="111" y="88"/>
                  <a:pt x="111" y="88"/>
                </a:cubicBezTo>
                <a:cubicBezTo>
                  <a:pt x="111" y="87"/>
                  <a:pt x="112" y="88"/>
                  <a:pt x="112" y="88"/>
                </a:cubicBezTo>
                <a:cubicBezTo>
                  <a:pt x="112" y="88"/>
                  <a:pt x="112" y="88"/>
                  <a:pt x="112" y="88"/>
                </a:cubicBezTo>
                <a:cubicBezTo>
                  <a:pt x="112" y="87"/>
                  <a:pt x="112" y="87"/>
                  <a:pt x="112" y="87"/>
                </a:cubicBezTo>
                <a:cubicBezTo>
                  <a:pt x="112" y="87"/>
                  <a:pt x="113" y="87"/>
                  <a:pt x="114" y="87"/>
                </a:cubicBezTo>
                <a:cubicBezTo>
                  <a:pt x="114" y="86"/>
                  <a:pt x="114" y="86"/>
                  <a:pt x="114" y="85"/>
                </a:cubicBezTo>
                <a:cubicBezTo>
                  <a:pt x="114" y="85"/>
                  <a:pt x="114" y="85"/>
                  <a:pt x="114" y="85"/>
                </a:cubicBezTo>
                <a:cubicBezTo>
                  <a:pt x="115" y="85"/>
                  <a:pt x="115" y="85"/>
                  <a:pt x="115" y="85"/>
                </a:cubicBezTo>
                <a:cubicBezTo>
                  <a:pt x="115" y="85"/>
                  <a:pt x="115" y="85"/>
                  <a:pt x="116" y="85"/>
                </a:cubicBezTo>
                <a:cubicBezTo>
                  <a:pt x="116" y="85"/>
                  <a:pt x="116" y="85"/>
                  <a:pt x="116" y="85"/>
                </a:cubicBezTo>
                <a:cubicBezTo>
                  <a:pt x="116" y="84"/>
                  <a:pt x="116" y="84"/>
                  <a:pt x="116" y="84"/>
                </a:cubicBezTo>
                <a:cubicBezTo>
                  <a:pt x="116" y="84"/>
                  <a:pt x="117" y="84"/>
                  <a:pt x="117" y="84"/>
                </a:cubicBezTo>
                <a:cubicBezTo>
                  <a:pt x="117" y="83"/>
                  <a:pt x="117" y="83"/>
                  <a:pt x="117" y="82"/>
                </a:cubicBezTo>
                <a:cubicBezTo>
                  <a:pt x="118" y="82"/>
                  <a:pt x="118" y="82"/>
                  <a:pt x="118" y="82"/>
                </a:cubicBezTo>
                <a:cubicBezTo>
                  <a:pt x="118" y="82"/>
                  <a:pt x="118" y="82"/>
                  <a:pt x="118" y="83"/>
                </a:cubicBezTo>
                <a:cubicBezTo>
                  <a:pt x="118" y="83"/>
                  <a:pt x="118" y="83"/>
                  <a:pt x="118" y="83"/>
                </a:cubicBezTo>
                <a:cubicBezTo>
                  <a:pt x="118" y="83"/>
                  <a:pt x="118" y="83"/>
                  <a:pt x="118" y="83"/>
                </a:cubicBezTo>
                <a:cubicBezTo>
                  <a:pt x="118" y="83"/>
                  <a:pt x="118" y="83"/>
                  <a:pt x="118" y="83"/>
                </a:cubicBezTo>
                <a:cubicBezTo>
                  <a:pt x="118" y="83"/>
                  <a:pt x="118" y="83"/>
                  <a:pt x="118" y="83"/>
                </a:cubicBezTo>
                <a:cubicBezTo>
                  <a:pt x="119" y="83"/>
                  <a:pt x="119" y="83"/>
                  <a:pt x="119" y="83"/>
                </a:cubicBezTo>
                <a:cubicBezTo>
                  <a:pt x="119" y="83"/>
                  <a:pt x="119" y="83"/>
                  <a:pt x="118" y="83"/>
                </a:cubicBezTo>
                <a:cubicBezTo>
                  <a:pt x="118" y="83"/>
                  <a:pt x="119" y="83"/>
                  <a:pt x="119" y="82"/>
                </a:cubicBezTo>
                <a:cubicBezTo>
                  <a:pt x="118" y="82"/>
                  <a:pt x="118" y="82"/>
                  <a:pt x="118" y="82"/>
                </a:cubicBezTo>
                <a:cubicBezTo>
                  <a:pt x="118" y="82"/>
                  <a:pt x="118" y="82"/>
                  <a:pt x="118" y="82"/>
                </a:cubicBezTo>
                <a:cubicBezTo>
                  <a:pt x="119" y="82"/>
                  <a:pt x="119" y="81"/>
                  <a:pt x="120" y="82"/>
                </a:cubicBezTo>
                <a:cubicBezTo>
                  <a:pt x="120" y="82"/>
                  <a:pt x="120" y="82"/>
                  <a:pt x="120" y="82"/>
                </a:cubicBezTo>
                <a:cubicBezTo>
                  <a:pt x="120" y="82"/>
                  <a:pt x="120" y="82"/>
                  <a:pt x="120" y="82"/>
                </a:cubicBezTo>
                <a:cubicBezTo>
                  <a:pt x="120" y="82"/>
                  <a:pt x="120" y="82"/>
                  <a:pt x="120" y="82"/>
                </a:cubicBezTo>
                <a:cubicBezTo>
                  <a:pt x="120" y="82"/>
                  <a:pt x="120" y="82"/>
                  <a:pt x="120" y="81"/>
                </a:cubicBezTo>
                <a:cubicBezTo>
                  <a:pt x="120" y="81"/>
                  <a:pt x="120" y="81"/>
                  <a:pt x="120" y="81"/>
                </a:cubicBezTo>
                <a:cubicBezTo>
                  <a:pt x="121" y="81"/>
                  <a:pt x="121" y="81"/>
                  <a:pt x="121" y="81"/>
                </a:cubicBezTo>
                <a:cubicBezTo>
                  <a:pt x="121" y="81"/>
                  <a:pt x="121" y="81"/>
                  <a:pt x="121" y="82"/>
                </a:cubicBezTo>
                <a:cubicBezTo>
                  <a:pt x="121" y="82"/>
                  <a:pt x="121" y="82"/>
                  <a:pt x="122" y="82"/>
                </a:cubicBezTo>
                <a:cubicBezTo>
                  <a:pt x="122" y="82"/>
                  <a:pt x="122" y="82"/>
                  <a:pt x="122" y="82"/>
                </a:cubicBezTo>
                <a:cubicBezTo>
                  <a:pt x="122" y="82"/>
                  <a:pt x="122" y="82"/>
                  <a:pt x="122" y="81"/>
                </a:cubicBezTo>
                <a:cubicBezTo>
                  <a:pt x="122" y="81"/>
                  <a:pt x="122" y="81"/>
                  <a:pt x="122" y="81"/>
                </a:cubicBezTo>
                <a:cubicBezTo>
                  <a:pt x="122" y="81"/>
                  <a:pt x="122" y="81"/>
                  <a:pt x="122" y="81"/>
                </a:cubicBezTo>
                <a:cubicBezTo>
                  <a:pt x="122" y="81"/>
                  <a:pt x="122" y="81"/>
                  <a:pt x="122" y="81"/>
                </a:cubicBezTo>
                <a:cubicBezTo>
                  <a:pt x="122" y="81"/>
                  <a:pt x="122" y="81"/>
                  <a:pt x="123" y="81"/>
                </a:cubicBezTo>
                <a:cubicBezTo>
                  <a:pt x="123" y="81"/>
                  <a:pt x="122" y="81"/>
                  <a:pt x="122" y="81"/>
                </a:cubicBezTo>
                <a:cubicBezTo>
                  <a:pt x="122" y="81"/>
                  <a:pt x="122" y="81"/>
                  <a:pt x="122" y="81"/>
                </a:cubicBezTo>
                <a:cubicBezTo>
                  <a:pt x="122" y="81"/>
                  <a:pt x="122" y="81"/>
                  <a:pt x="122" y="80"/>
                </a:cubicBezTo>
                <a:cubicBezTo>
                  <a:pt x="122" y="80"/>
                  <a:pt x="122" y="80"/>
                  <a:pt x="122" y="80"/>
                </a:cubicBezTo>
                <a:cubicBezTo>
                  <a:pt x="122" y="80"/>
                  <a:pt x="122" y="80"/>
                  <a:pt x="122" y="80"/>
                </a:cubicBezTo>
                <a:cubicBezTo>
                  <a:pt x="122" y="80"/>
                  <a:pt x="122" y="80"/>
                  <a:pt x="122" y="80"/>
                </a:cubicBezTo>
                <a:cubicBezTo>
                  <a:pt x="122" y="80"/>
                  <a:pt x="122" y="80"/>
                  <a:pt x="122" y="80"/>
                </a:cubicBezTo>
                <a:cubicBezTo>
                  <a:pt x="122" y="80"/>
                  <a:pt x="122" y="79"/>
                  <a:pt x="122" y="79"/>
                </a:cubicBezTo>
                <a:cubicBezTo>
                  <a:pt x="122" y="79"/>
                  <a:pt x="122" y="79"/>
                  <a:pt x="122" y="78"/>
                </a:cubicBezTo>
                <a:cubicBezTo>
                  <a:pt x="122" y="78"/>
                  <a:pt x="122" y="78"/>
                  <a:pt x="122" y="78"/>
                </a:cubicBezTo>
                <a:cubicBezTo>
                  <a:pt x="122" y="78"/>
                  <a:pt x="122" y="78"/>
                  <a:pt x="122" y="78"/>
                </a:cubicBezTo>
                <a:cubicBezTo>
                  <a:pt x="122" y="78"/>
                  <a:pt x="121" y="78"/>
                  <a:pt x="121" y="78"/>
                </a:cubicBezTo>
                <a:cubicBezTo>
                  <a:pt x="121" y="78"/>
                  <a:pt x="122" y="78"/>
                  <a:pt x="122" y="78"/>
                </a:cubicBezTo>
                <a:cubicBezTo>
                  <a:pt x="122" y="77"/>
                  <a:pt x="121" y="77"/>
                  <a:pt x="122" y="77"/>
                </a:cubicBezTo>
                <a:cubicBezTo>
                  <a:pt x="122" y="77"/>
                  <a:pt x="122" y="77"/>
                  <a:pt x="122" y="77"/>
                </a:cubicBezTo>
                <a:cubicBezTo>
                  <a:pt x="122" y="77"/>
                  <a:pt x="122" y="76"/>
                  <a:pt x="123" y="76"/>
                </a:cubicBezTo>
                <a:cubicBezTo>
                  <a:pt x="123" y="76"/>
                  <a:pt x="123" y="76"/>
                  <a:pt x="123" y="77"/>
                </a:cubicBezTo>
                <a:cubicBezTo>
                  <a:pt x="123" y="76"/>
                  <a:pt x="123" y="76"/>
                  <a:pt x="123" y="76"/>
                </a:cubicBezTo>
                <a:cubicBezTo>
                  <a:pt x="123" y="76"/>
                  <a:pt x="123" y="76"/>
                  <a:pt x="123" y="76"/>
                </a:cubicBezTo>
                <a:cubicBezTo>
                  <a:pt x="123" y="76"/>
                  <a:pt x="124" y="76"/>
                  <a:pt x="124" y="76"/>
                </a:cubicBezTo>
                <a:cubicBezTo>
                  <a:pt x="124" y="76"/>
                  <a:pt x="124" y="76"/>
                  <a:pt x="124" y="76"/>
                </a:cubicBezTo>
                <a:cubicBezTo>
                  <a:pt x="124" y="76"/>
                  <a:pt x="124" y="77"/>
                  <a:pt x="125" y="77"/>
                </a:cubicBezTo>
                <a:cubicBezTo>
                  <a:pt x="125" y="77"/>
                  <a:pt x="125" y="77"/>
                  <a:pt x="125" y="77"/>
                </a:cubicBezTo>
                <a:cubicBezTo>
                  <a:pt x="124" y="77"/>
                  <a:pt x="124" y="77"/>
                  <a:pt x="124" y="77"/>
                </a:cubicBezTo>
                <a:cubicBezTo>
                  <a:pt x="124" y="77"/>
                  <a:pt x="124" y="77"/>
                  <a:pt x="124" y="77"/>
                </a:cubicBezTo>
                <a:cubicBezTo>
                  <a:pt x="124" y="77"/>
                  <a:pt x="124" y="77"/>
                  <a:pt x="124" y="77"/>
                </a:cubicBezTo>
                <a:cubicBezTo>
                  <a:pt x="124" y="78"/>
                  <a:pt x="124" y="78"/>
                  <a:pt x="124" y="78"/>
                </a:cubicBezTo>
                <a:cubicBezTo>
                  <a:pt x="124" y="78"/>
                  <a:pt x="123" y="78"/>
                  <a:pt x="123" y="78"/>
                </a:cubicBezTo>
                <a:cubicBezTo>
                  <a:pt x="123" y="78"/>
                  <a:pt x="123" y="78"/>
                  <a:pt x="123" y="78"/>
                </a:cubicBezTo>
                <a:cubicBezTo>
                  <a:pt x="123" y="78"/>
                  <a:pt x="123" y="79"/>
                  <a:pt x="123" y="79"/>
                </a:cubicBezTo>
                <a:cubicBezTo>
                  <a:pt x="123" y="79"/>
                  <a:pt x="124" y="79"/>
                  <a:pt x="124" y="80"/>
                </a:cubicBezTo>
                <a:cubicBezTo>
                  <a:pt x="124" y="80"/>
                  <a:pt x="124" y="80"/>
                  <a:pt x="124" y="80"/>
                </a:cubicBezTo>
                <a:cubicBezTo>
                  <a:pt x="124" y="80"/>
                  <a:pt x="124" y="80"/>
                  <a:pt x="124" y="80"/>
                </a:cubicBezTo>
                <a:cubicBezTo>
                  <a:pt x="125" y="80"/>
                  <a:pt x="125" y="80"/>
                  <a:pt x="125" y="80"/>
                </a:cubicBezTo>
                <a:cubicBezTo>
                  <a:pt x="125" y="80"/>
                  <a:pt x="125" y="80"/>
                  <a:pt x="125" y="80"/>
                </a:cubicBezTo>
                <a:cubicBezTo>
                  <a:pt x="125" y="80"/>
                  <a:pt x="125" y="80"/>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0"/>
                  <a:pt x="127" y="80"/>
                  <a:pt x="127" y="80"/>
                </a:cubicBezTo>
                <a:cubicBezTo>
                  <a:pt x="127" y="81"/>
                  <a:pt x="128" y="80"/>
                  <a:pt x="128" y="80"/>
                </a:cubicBezTo>
                <a:cubicBezTo>
                  <a:pt x="128" y="81"/>
                  <a:pt x="128" y="81"/>
                  <a:pt x="128" y="81"/>
                </a:cubicBezTo>
                <a:cubicBezTo>
                  <a:pt x="128" y="81"/>
                  <a:pt x="129" y="81"/>
                  <a:pt x="129" y="81"/>
                </a:cubicBezTo>
                <a:cubicBezTo>
                  <a:pt x="129" y="81"/>
                  <a:pt x="129" y="81"/>
                  <a:pt x="129" y="81"/>
                </a:cubicBezTo>
                <a:cubicBezTo>
                  <a:pt x="130" y="81"/>
                  <a:pt x="131" y="80"/>
                  <a:pt x="132" y="79"/>
                </a:cubicBezTo>
                <a:cubicBezTo>
                  <a:pt x="133" y="79"/>
                  <a:pt x="133" y="79"/>
                  <a:pt x="133" y="80"/>
                </a:cubicBezTo>
                <a:cubicBezTo>
                  <a:pt x="134" y="80"/>
                  <a:pt x="134" y="80"/>
                  <a:pt x="134" y="80"/>
                </a:cubicBezTo>
                <a:cubicBezTo>
                  <a:pt x="134" y="80"/>
                  <a:pt x="135" y="80"/>
                  <a:pt x="135" y="80"/>
                </a:cubicBezTo>
                <a:cubicBezTo>
                  <a:pt x="135" y="79"/>
                  <a:pt x="135" y="79"/>
                  <a:pt x="135" y="79"/>
                </a:cubicBezTo>
                <a:cubicBezTo>
                  <a:pt x="136" y="79"/>
                  <a:pt x="136" y="79"/>
                  <a:pt x="137" y="79"/>
                </a:cubicBezTo>
                <a:cubicBezTo>
                  <a:pt x="137" y="79"/>
                  <a:pt x="137" y="79"/>
                  <a:pt x="137" y="79"/>
                </a:cubicBezTo>
                <a:cubicBezTo>
                  <a:pt x="137" y="79"/>
                  <a:pt x="137" y="79"/>
                  <a:pt x="137" y="79"/>
                </a:cubicBezTo>
                <a:cubicBezTo>
                  <a:pt x="137" y="78"/>
                  <a:pt x="137" y="79"/>
                  <a:pt x="137" y="78"/>
                </a:cubicBezTo>
                <a:cubicBezTo>
                  <a:pt x="137" y="78"/>
                  <a:pt x="136" y="77"/>
                  <a:pt x="137" y="76"/>
                </a:cubicBezTo>
                <a:cubicBezTo>
                  <a:pt x="137" y="76"/>
                  <a:pt x="137" y="76"/>
                  <a:pt x="137" y="76"/>
                </a:cubicBezTo>
                <a:cubicBezTo>
                  <a:pt x="137" y="76"/>
                  <a:pt x="137" y="75"/>
                  <a:pt x="137" y="75"/>
                </a:cubicBezTo>
                <a:cubicBezTo>
                  <a:pt x="137" y="75"/>
                  <a:pt x="137" y="75"/>
                  <a:pt x="137" y="75"/>
                </a:cubicBezTo>
                <a:cubicBezTo>
                  <a:pt x="138" y="75"/>
                  <a:pt x="138" y="75"/>
                  <a:pt x="138" y="75"/>
                </a:cubicBezTo>
                <a:cubicBezTo>
                  <a:pt x="138" y="75"/>
                  <a:pt x="138" y="75"/>
                  <a:pt x="138" y="75"/>
                </a:cubicBezTo>
                <a:cubicBezTo>
                  <a:pt x="139" y="75"/>
                  <a:pt x="139" y="75"/>
                  <a:pt x="139" y="75"/>
                </a:cubicBezTo>
                <a:cubicBezTo>
                  <a:pt x="139" y="75"/>
                  <a:pt x="139" y="75"/>
                  <a:pt x="139" y="76"/>
                </a:cubicBezTo>
                <a:cubicBezTo>
                  <a:pt x="140" y="76"/>
                  <a:pt x="140" y="76"/>
                  <a:pt x="140" y="75"/>
                </a:cubicBezTo>
                <a:cubicBezTo>
                  <a:pt x="140" y="75"/>
                  <a:pt x="140" y="74"/>
                  <a:pt x="141" y="74"/>
                </a:cubicBezTo>
                <a:cubicBezTo>
                  <a:pt x="141" y="74"/>
                  <a:pt x="140" y="73"/>
                  <a:pt x="140" y="73"/>
                </a:cubicBezTo>
                <a:cubicBezTo>
                  <a:pt x="140" y="74"/>
                  <a:pt x="140" y="74"/>
                  <a:pt x="140" y="74"/>
                </a:cubicBezTo>
                <a:cubicBezTo>
                  <a:pt x="140" y="74"/>
                  <a:pt x="140" y="74"/>
                  <a:pt x="140" y="74"/>
                </a:cubicBezTo>
                <a:cubicBezTo>
                  <a:pt x="140" y="73"/>
                  <a:pt x="140" y="73"/>
                  <a:pt x="140" y="73"/>
                </a:cubicBezTo>
                <a:cubicBezTo>
                  <a:pt x="140" y="73"/>
                  <a:pt x="140" y="73"/>
                  <a:pt x="139" y="73"/>
                </a:cubicBezTo>
                <a:cubicBezTo>
                  <a:pt x="139" y="73"/>
                  <a:pt x="139" y="73"/>
                  <a:pt x="139" y="72"/>
                </a:cubicBezTo>
                <a:cubicBezTo>
                  <a:pt x="139" y="72"/>
                  <a:pt x="139" y="72"/>
                  <a:pt x="139" y="72"/>
                </a:cubicBezTo>
                <a:cubicBezTo>
                  <a:pt x="140" y="72"/>
                  <a:pt x="140" y="72"/>
                  <a:pt x="140" y="72"/>
                </a:cubicBezTo>
                <a:cubicBezTo>
                  <a:pt x="141" y="72"/>
                  <a:pt x="141" y="72"/>
                  <a:pt x="141" y="72"/>
                </a:cubicBezTo>
                <a:cubicBezTo>
                  <a:pt x="141" y="72"/>
                  <a:pt x="141" y="71"/>
                  <a:pt x="141" y="71"/>
                </a:cubicBezTo>
                <a:cubicBezTo>
                  <a:pt x="141" y="71"/>
                  <a:pt x="141" y="72"/>
                  <a:pt x="142" y="72"/>
                </a:cubicBezTo>
                <a:cubicBezTo>
                  <a:pt x="142" y="71"/>
                  <a:pt x="142" y="71"/>
                  <a:pt x="142" y="71"/>
                </a:cubicBezTo>
                <a:cubicBezTo>
                  <a:pt x="142" y="71"/>
                  <a:pt x="142" y="71"/>
                  <a:pt x="143" y="71"/>
                </a:cubicBezTo>
                <a:cubicBezTo>
                  <a:pt x="143" y="72"/>
                  <a:pt x="144" y="72"/>
                  <a:pt x="144" y="72"/>
                </a:cubicBezTo>
                <a:cubicBezTo>
                  <a:pt x="145" y="72"/>
                  <a:pt x="145" y="71"/>
                  <a:pt x="145" y="71"/>
                </a:cubicBezTo>
                <a:cubicBezTo>
                  <a:pt x="145" y="71"/>
                  <a:pt x="145" y="71"/>
                  <a:pt x="145" y="72"/>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6" y="71"/>
                </a:cubicBezTo>
                <a:cubicBezTo>
                  <a:pt x="146" y="71"/>
                  <a:pt x="146" y="71"/>
                  <a:pt x="146" y="70"/>
                </a:cubicBezTo>
                <a:cubicBezTo>
                  <a:pt x="146" y="71"/>
                  <a:pt x="147" y="71"/>
                  <a:pt x="147" y="71"/>
                </a:cubicBezTo>
                <a:cubicBezTo>
                  <a:pt x="147" y="71"/>
                  <a:pt x="147" y="71"/>
                  <a:pt x="147" y="71"/>
                </a:cubicBezTo>
                <a:cubicBezTo>
                  <a:pt x="147" y="70"/>
                  <a:pt x="146" y="71"/>
                  <a:pt x="145" y="70"/>
                </a:cubicBezTo>
                <a:cubicBezTo>
                  <a:pt x="145" y="70"/>
                  <a:pt x="145" y="69"/>
                  <a:pt x="145" y="69"/>
                </a:cubicBezTo>
                <a:cubicBezTo>
                  <a:pt x="145" y="69"/>
                  <a:pt x="145" y="69"/>
                  <a:pt x="145" y="69"/>
                </a:cubicBezTo>
                <a:cubicBezTo>
                  <a:pt x="145" y="69"/>
                  <a:pt x="144" y="70"/>
                  <a:pt x="144" y="70"/>
                </a:cubicBezTo>
                <a:cubicBezTo>
                  <a:pt x="144" y="70"/>
                  <a:pt x="144" y="70"/>
                  <a:pt x="144" y="70"/>
                </a:cubicBezTo>
                <a:cubicBezTo>
                  <a:pt x="144" y="70"/>
                  <a:pt x="144" y="70"/>
                  <a:pt x="143" y="70"/>
                </a:cubicBezTo>
                <a:cubicBezTo>
                  <a:pt x="143" y="70"/>
                  <a:pt x="143" y="70"/>
                  <a:pt x="143" y="70"/>
                </a:cubicBezTo>
                <a:cubicBezTo>
                  <a:pt x="143" y="70"/>
                  <a:pt x="143" y="70"/>
                  <a:pt x="143" y="70"/>
                </a:cubicBezTo>
                <a:cubicBezTo>
                  <a:pt x="143" y="70"/>
                  <a:pt x="143" y="70"/>
                  <a:pt x="143" y="70"/>
                </a:cubicBezTo>
                <a:cubicBezTo>
                  <a:pt x="143" y="70"/>
                  <a:pt x="142" y="70"/>
                  <a:pt x="142" y="70"/>
                </a:cubicBezTo>
                <a:cubicBezTo>
                  <a:pt x="142" y="70"/>
                  <a:pt x="142" y="70"/>
                  <a:pt x="142" y="70"/>
                </a:cubicBezTo>
                <a:cubicBezTo>
                  <a:pt x="142" y="70"/>
                  <a:pt x="142" y="70"/>
                  <a:pt x="142" y="70"/>
                </a:cubicBezTo>
                <a:cubicBezTo>
                  <a:pt x="142" y="70"/>
                  <a:pt x="141" y="70"/>
                  <a:pt x="141" y="70"/>
                </a:cubicBezTo>
                <a:cubicBezTo>
                  <a:pt x="141" y="70"/>
                  <a:pt x="141" y="70"/>
                  <a:pt x="141" y="70"/>
                </a:cubicBezTo>
                <a:cubicBezTo>
                  <a:pt x="141" y="70"/>
                  <a:pt x="141" y="70"/>
                  <a:pt x="141" y="71"/>
                </a:cubicBezTo>
                <a:cubicBezTo>
                  <a:pt x="140" y="71"/>
                  <a:pt x="140" y="71"/>
                  <a:pt x="140" y="71"/>
                </a:cubicBezTo>
                <a:cubicBezTo>
                  <a:pt x="140" y="71"/>
                  <a:pt x="140" y="71"/>
                  <a:pt x="140" y="71"/>
                </a:cubicBezTo>
                <a:cubicBezTo>
                  <a:pt x="140" y="71"/>
                  <a:pt x="139" y="71"/>
                  <a:pt x="139" y="71"/>
                </a:cubicBezTo>
                <a:cubicBezTo>
                  <a:pt x="139" y="71"/>
                  <a:pt x="139" y="71"/>
                  <a:pt x="139" y="70"/>
                </a:cubicBezTo>
                <a:cubicBezTo>
                  <a:pt x="139" y="70"/>
                  <a:pt x="139" y="70"/>
                  <a:pt x="139" y="70"/>
                </a:cubicBezTo>
                <a:cubicBezTo>
                  <a:pt x="139" y="70"/>
                  <a:pt x="138" y="70"/>
                  <a:pt x="138" y="70"/>
                </a:cubicBezTo>
                <a:cubicBezTo>
                  <a:pt x="138" y="70"/>
                  <a:pt x="138" y="70"/>
                  <a:pt x="138" y="70"/>
                </a:cubicBezTo>
                <a:cubicBezTo>
                  <a:pt x="138" y="70"/>
                  <a:pt x="138" y="70"/>
                  <a:pt x="138" y="70"/>
                </a:cubicBezTo>
                <a:cubicBezTo>
                  <a:pt x="137" y="70"/>
                  <a:pt x="137" y="69"/>
                  <a:pt x="137" y="68"/>
                </a:cubicBezTo>
                <a:cubicBezTo>
                  <a:pt x="137" y="68"/>
                  <a:pt x="137" y="68"/>
                  <a:pt x="137" y="68"/>
                </a:cubicBezTo>
                <a:cubicBezTo>
                  <a:pt x="137" y="68"/>
                  <a:pt x="137" y="67"/>
                  <a:pt x="137" y="67"/>
                </a:cubicBezTo>
                <a:cubicBezTo>
                  <a:pt x="137" y="67"/>
                  <a:pt x="137" y="67"/>
                  <a:pt x="137" y="66"/>
                </a:cubicBezTo>
                <a:cubicBezTo>
                  <a:pt x="137" y="66"/>
                  <a:pt x="137" y="66"/>
                  <a:pt x="137" y="66"/>
                </a:cubicBezTo>
                <a:cubicBezTo>
                  <a:pt x="137" y="66"/>
                  <a:pt x="137" y="65"/>
                  <a:pt x="137" y="65"/>
                </a:cubicBezTo>
                <a:cubicBezTo>
                  <a:pt x="137" y="65"/>
                  <a:pt x="137" y="65"/>
                  <a:pt x="137" y="65"/>
                </a:cubicBezTo>
                <a:cubicBezTo>
                  <a:pt x="137" y="65"/>
                  <a:pt x="138" y="65"/>
                  <a:pt x="138" y="65"/>
                </a:cubicBezTo>
                <a:cubicBezTo>
                  <a:pt x="138" y="65"/>
                  <a:pt x="138" y="64"/>
                  <a:pt x="138" y="64"/>
                </a:cubicBezTo>
                <a:cubicBezTo>
                  <a:pt x="138" y="64"/>
                  <a:pt x="138" y="64"/>
                  <a:pt x="138" y="64"/>
                </a:cubicBezTo>
                <a:cubicBezTo>
                  <a:pt x="139" y="64"/>
                  <a:pt x="139" y="64"/>
                  <a:pt x="139" y="64"/>
                </a:cubicBezTo>
                <a:cubicBezTo>
                  <a:pt x="139" y="64"/>
                  <a:pt x="139" y="64"/>
                  <a:pt x="139" y="64"/>
                </a:cubicBezTo>
                <a:cubicBezTo>
                  <a:pt x="139" y="64"/>
                  <a:pt x="141" y="62"/>
                  <a:pt x="141" y="62"/>
                </a:cubicBezTo>
                <a:cubicBezTo>
                  <a:pt x="141" y="62"/>
                  <a:pt x="141" y="62"/>
                  <a:pt x="142" y="62"/>
                </a:cubicBezTo>
                <a:cubicBezTo>
                  <a:pt x="142" y="62"/>
                  <a:pt x="142" y="62"/>
                  <a:pt x="142" y="61"/>
                </a:cubicBezTo>
                <a:cubicBezTo>
                  <a:pt x="142" y="61"/>
                  <a:pt x="141" y="61"/>
                  <a:pt x="141" y="61"/>
                </a:cubicBezTo>
                <a:cubicBezTo>
                  <a:pt x="141" y="61"/>
                  <a:pt x="142" y="61"/>
                  <a:pt x="141" y="61"/>
                </a:cubicBezTo>
                <a:cubicBezTo>
                  <a:pt x="141" y="60"/>
                  <a:pt x="141" y="60"/>
                  <a:pt x="141" y="60"/>
                </a:cubicBezTo>
                <a:cubicBezTo>
                  <a:pt x="141" y="60"/>
                  <a:pt x="141" y="60"/>
                  <a:pt x="140" y="60"/>
                </a:cubicBezTo>
                <a:cubicBezTo>
                  <a:pt x="140" y="60"/>
                  <a:pt x="139" y="60"/>
                  <a:pt x="139" y="60"/>
                </a:cubicBezTo>
                <a:cubicBezTo>
                  <a:pt x="139" y="60"/>
                  <a:pt x="139" y="60"/>
                  <a:pt x="138" y="60"/>
                </a:cubicBezTo>
                <a:cubicBezTo>
                  <a:pt x="138" y="60"/>
                  <a:pt x="138" y="60"/>
                  <a:pt x="138" y="61"/>
                </a:cubicBezTo>
                <a:cubicBezTo>
                  <a:pt x="137" y="61"/>
                  <a:pt x="137" y="61"/>
                  <a:pt x="137" y="61"/>
                </a:cubicBezTo>
                <a:cubicBezTo>
                  <a:pt x="137" y="61"/>
                  <a:pt x="137" y="61"/>
                  <a:pt x="137" y="61"/>
                </a:cubicBezTo>
                <a:cubicBezTo>
                  <a:pt x="137" y="62"/>
                  <a:pt x="137" y="62"/>
                  <a:pt x="136" y="62"/>
                </a:cubicBezTo>
                <a:cubicBezTo>
                  <a:pt x="136" y="62"/>
                  <a:pt x="136" y="62"/>
                  <a:pt x="137" y="62"/>
                </a:cubicBezTo>
                <a:cubicBezTo>
                  <a:pt x="137" y="62"/>
                  <a:pt x="137" y="62"/>
                  <a:pt x="137" y="63"/>
                </a:cubicBezTo>
                <a:cubicBezTo>
                  <a:pt x="137" y="63"/>
                  <a:pt x="137" y="63"/>
                  <a:pt x="137" y="63"/>
                </a:cubicBezTo>
                <a:cubicBezTo>
                  <a:pt x="137" y="63"/>
                  <a:pt x="136" y="63"/>
                  <a:pt x="136" y="64"/>
                </a:cubicBezTo>
                <a:cubicBezTo>
                  <a:pt x="136" y="64"/>
                  <a:pt x="135" y="64"/>
                  <a:pt x="135" y="64"/>
                </a:cubicBezTo>
                <a:cubicBezTo>
                  <a:pt x="135" y="64"/>
                  <a:pt x="135" y="64"/>
                  <a:pt x="135" y="64"/>
                </a:cubicBezTo>
                <a:cubicBezTo>
                  <a:pt x="134" y="64"/>
                  <a:pt x="134" y="65"/>
                  <a:pt x="134" y="65"/>
                </a:cubicBezTo>
                <a:cubicBezTo>
                  <a:pt x="134" y="65"/>
                  <a:pt x="134" y="65"/>
                  <a:pt x="133" y="66"/>
                </a:cubicBezTo>
                <a:cubicBezTo>
                  <a:pt x="133" y="66"/>
                  <a:pt x="133" y="66"/>
                  <a:pt x="133" y="66"/>
                </a:cubicBezTo>
                <a:cubicBezTo>
                  <a:pt x="133" y="66"/>
                  <a:pt x="133" y="66"/>
                  <a:pt x="133" y="66"/>
                </a:cubicBezTo>
                <a:cubicBezTo>
                  <a:pt x="133" y="66"/>
                  <a:pt x="133" y="66"/>
                  <a:pt x="133" y="66"/>
                </a:cubicBezTo>
                <a:cubicBezTo>
                  <a:pt x="133" y="66"/>
                  <a:pt x="132" y="66"/>
                  <a:pt x="132" y="66"/>
                </a:cubicBezTo>
                <a:cubicBezTo>
                  <a:pt x="132" y="67"/>
                  <a:pt x="133" y="67"/>
                  <a:pt x="132" y="68"/>
                </a:cubicBezTo>
                <a:cubicBezTo>
                  <a:pt x="132" y="68"/>
                  <a:pt x="132" y="68"/>
                  <a:pt x="132" y="68"/>
                </a:cubicBezTo>
                <a:cubicBezTo>
                  <a:pt x="132" y="68"/>
                  <a:pt x="132" y="69"/>
                  <a:pt x="132" y="69"/>
                </a:cubicBezTo>
                <a:cubicBezTo>
                  <a:pt x="132" y="69"/>
                  <a:pt x="132" y="69"/>
                  <a:pt x="132" y="69"/>
                </a:cubicBezTo>
                <a:cubicBezTo>
                  <a:pt x="132" y="69"/>
                  <a:pt x="133" y="69"/>
                  <a:pt x="133" y="69"/>
                </a:cubicBezTo>
                <a:cubicBezTo>
                  <a:pt x="133" y="69"/>
                  <a:pt x="133" y="69"/>
                  <a:pt x="133" y="69"/>
                </a:cubicBezTo>
                <a:cubicBezTo>
                  <a:pt x="133" y="70"/>
                  <a:pt x="133" y="70"/>
                  <a:pt x="134" y="70"/>
                </a:cubicBezTo>
                <a:cubicBezTo>
                  <a:pt x="134" y="71"/>
                  <a:pt x="134" y="71"/>
                  <a:pt x="134" y="71"/>
                </a:cubicBezTo>
                <a:cubicBezTo>
                  <a:pt x="134" y="71"/>
                  <a:pt x="134" y="71"/>
                  <a:pt x="134" y="71"/>
                </a:cubicBezTo>
                <a:cubicBezTo>
                  <a:pt x="134" y="71"/>
                  <a:pt x="133" y="72"/>
                  <a:pt x="133" y="72"/>
                </a:cubicBezTo>
                <a:cubicBezTo>
                  <a:pt x="133" y="71"/>
                  <a:pt x="131" y="71"/>
                  <a:pt x="131" y="71"/>
                </a:cubicBezTo>
                <a:cubicBezTo>
                  <a:pt x="131" y="71"/>
                  <a:pt x="131" y="71"/>
                  <a:pt x="131" y="71"/>
                </a:cubicBezTo>
                <a:cubicBezTo>
                  <a:pt x="131" y="71"/>
                  <a:pt x="131" y="71"/>
                  <a:pt x="131" y="71"/>
                </a:cubicBezTo>
                <a:cubicBezTo>
                  <a:pt x="132" y="71"/>
                  <a:pt x="132" y="72"/>
                  <a:pt x="132" y="72"/>
                </a:cubicBezTo>
                <a:cubicBezTo>
                  <a:pt x="133" y="72"/>
                  <a:pt x="133" y="71"/>
                  <a:pt x="134" y="72"/>
                </a:cubicBezTo>
                <a:cubicBezTo>
                  <a:pt x="134" y="72"/>
                  <a:pt x="134" y="72"/>
                  <a:pt x="134" y="72"/>
                </a:cubicBezTo>
                <a:cubicBezTo>
                  <a:pt x="134" y="72"/>
                  <a:pt x="134" y="72"/>
                  <a:pt x="134" y="72"/>
                </a:cubicBezTo>
                <a:cubicBezTo>
                  <a:pt x="134" y="72"/>
                  <a:pt x="134" y="72"/>
                  <a:pt x="134" y="72"/>
                </a:cubicBezTo>
                <a:cubicBezTo>
                  <a:pt x="134" y="72"/>
                  <a:pt x="134" y="72"/>
                  <a:pt x="134" y="72"/>
                </a:cubicBezTo>
                <a:cubicBezTo>
                  <a:pt x="134"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2" y="72"/>
                  <a:pt x="133" y="73"/>
                  <a:pt x="132" y="73"/>
                </a:cubicBezTo>
                <a:cubicBezTo>
                  <a:pt x="132" y="73"/>
                  <a:pt x="132" y="73"/>
                  <a:pt x="132" y="73"/>
                </a:cubicBezTo>
                <a:cubicBezTo>
                  <a:pt x="132" y="73"/>
                  <a:pt x="131" y="73"/>
                  <a:pt x="131" y="73"/>
                </a:cubicBezTo>
                <a:cubicBezTo>
                  <a:pt x="131" y="73"/>
                  <a:pt x="132" y="74"/>
                  <a:pt x="132" y="74"/>
                </a:cubicBezTo>
                <a:cubicBezTo>
                  <a:pt x="131" y="74"/>
                  <a:pt x="131" y="74"/>
                  <a:pt x="131" y="74"/>
                </a:cubicBezTo>
                <a:cubicBezTo>
                  <a:pt x="131" y="74"/>
                  <a:pt x="131" y="74"/>
                  <a:pt x="131" y="74"/>
                </a:cubicBezTo>
                <a:cubicBezTo>
                  <a:pt x="131" y="74"/>
                  <a:pt x="131" y="74"/>
                  <a:pt x="131" y="75"/>
                </a:cubicBezTo>
                <a:cubicBezTo>
                  <a:pt x="131" y="75"/>
                  <a:pt x="131" y="75"/>
                  <a:pt x="131" y="75"/>
                </a:cubicBezTo>
                <a:cubicBezTo>
                  <a:pt x="131" y="75"/>
                  <a:pt x="131" y="75"/>
                  <a:pt x="131" y="75"/>
                </a:cubicBezTo>
                <a:cubicBezTo>
                  <a:pt x="131" y="76"/>
                  <a:pt x="131" y="76"/>
                  <a:pt x="131" y="76"/>
                </a:cubicBezTo>
                <a:cubicBezTo>
                  <a:pt x="131" y="76"/>
                  <a:pt x="131" y="77"/>
                  <a:pt x="130" y="77"/>
                </a:cubicBezTo>
                <a:cubicBezTo>
                  <a:pt x="130" y="77"/>
                  <a:pt x="130" y="77"/>
                  <a:pt x="130" y="77"/>
                </a:cubicBezTo>
                <a:cubicBezTo>
                  <a:pt x="130" y="77"/>
                  <a:pt x="130" y="77"/>
                  <a:pt x="130" y="77"/>
                </a:cubicBezTo>
                <a:cubicBezTo>
                  <a:pt x="130" y="77"/>
                  <a:pt x="130" y="77"/>
                  <a:pt x="129" y="77"/>
                </a:cubicBezTo>
                <a:cubicBezTo>
                  <a:pt x="129" y="77"/>
                  <a:pt x="129" y="77"/>
                  <a:pt x="129" y="77"/>
                </a:cubicBezTo>
                <a:cubicBezTo>
                  <a:pt x="129" y="77"/>
                  <a:pt x="129" y="77"/>
                  <a:pt x="129" y="77"/>
                </a:cubicBezTo>
                <a:cubicBezTo>
                  <a:pt x="129" y="77"/>
                  <a:pt x="129" y="78"/>
                  <a:pt x="129" y="78"/>
                </a:cubicBezTo>
                <a:cubicBezTo>
                  <a:pt x="129" y="78"/>
                  <a:pt x="129" y="78"/>
                  <a:pt x="129" y="78"/>
                </a:cubicBezTo>
                <a:cubicBezTo>
                  <a:pt x="129" y="78"/>
                  <a:pt x="129" y="78"/>
                  <a:pt x="128" y="78"/>
                </a:cubicBezTo>
                <a:cubicBezTo>
                  <a:pt x="128" y="78"/>
                  <a:pt x="128" y="78"/>
                  <a:pt x="127" y="78"/>
                </a:cubicBezTo>
                <a:cubicBezTo>
                  <a:pt x="127" y="78"/>
                  <a:pt x="127" y="78"/>
                  <a:pt x="127" y="78"/>
                </a:cubicBezTo>
                <a:cubicBezTo>
                  <a:pt x="127" y="78"/>
                  <a:pt x="127" y="77"/>
                  <a:pt x="127" y="77"/>
                </a:cubicBezTo>
                <a:cubicBezTo>
                  <a:pt x="127" y="77"/>
                  <a:pt x="127" y="77"/>
                  <a:pt x="127" y="77"/>
                </a:cubicBezTo>
                <a:cubicBezTo>
                  <a:pt x="127" y="77"/>
                  <a:pt x="127" y="77"/>
                  <a:pt x="127" y="77"/>
                </a:cubicBezTo>
                <a:cubicBezTo>
                  <a:pt x="127" y="77"/>
                  <a:pt x="127" y="77"/>
                  <a:pt x="127" y="77"/>
                </a:cubicBezTo>
                <a:cubicBezTo>
                  <a:pt x="127" y="77"/>
                  <a:pt x="127" y="76"/>
                  <a:pt x="127" y="76"/>
                </a:cubicBezTo>
                <a:cubicBezTo>
                  <a:pt x="127" y="76"/>
                  <a:pt x="126" y="76"/>
                  <a:pt x="126" y="75"/>
                </a:cubicBezTo>
                <a:cubicBezTo>
                  <a:pt x="126" y="75"/>
                  <a:pt x="126" y="75"/>
                  <a:pt x="126" y="75"/>
                </a:cubicBezTo>
                <a:cubicBezTo>
                  <a:pt x="126" y="75"/>
                  <a:pt x="126" y="74"/>
                  <a:pt x="126" y="74"/>
                </a:cubicBezTo>
                <a:cubicBezTo>
                  <a:pt x="126" y="74"/>
                  <a:pt x="126" y="74"/>
                  <a:pt x="126" y="74"/>
                </a:cubicBezTo>
                <a:cubicBezTo>
                  <a:pt x="126" y="74"/>
                  <a:pt x="126" y="74"/>
                  <a:pt x="125" y="74"/>
                </a:cubicBezTo>
                <a:cubicBezTo>
                  <a:pt x="125" y="74"/>
                  <a:pt x="125" y="73"/>
                  <a:pt x="125" y="73"/>
                </a:cubicBezTo>
                <a:cubicBezTo>
                  <a:pt x="125" y="73"/>
                  <a:pt x="125" y="73"/>
                  <a:pt x="125" y="73"/>
                </a:cubicBezTo>
                <a:cubicBezTo>
                  <a:pt x="125" y="73"/>
                  <a:pt x="125" y="73"/>
                  <a:pt x="125" y="72"/>
                </a:cubicBezTo>
                <a:cubicBezTo>
                  <a:pt x="125" y="72"/>
                  <a:pt x="125" y="72"/>
                  <a:pt x="125" y="72"/>
                </a:cubicBezTo>
                <a:cubicBezTo>
                  <a:pt x="125" y="72"/>
                  <a:pt x="125" y="72"/>
                  <a:pt x="125" y="72"/>
                </a:cubicBezTo>
                <a:cubicBezTo>
                  <a:pt x="125" y="72"/>
                  <a:pt x="125" y="72"/>
                  <a:pt x="124" y="72"/>
                </a:cubicBezTo>
                <a:cubicBezTo>
                  <a:pt x="124" y="71"/>
                  <a:pt x="124" y="71"/>
                  <a:pt x="124" y="71"/>
                </a:cubicBezTo>
                <a:cubicBezTo>
                  <a:pt x="124" y="71"/>
                  <a:pt x="124" y="71"/>
                  <a:pt x="124" y="71"/>
                </a:cubicBezTo>
                <a:cubicBezTo>
                  <a:pt x="124" y="72"/>
                  <a:pt x="124" y="72"/>
                  <a:pt x="124" y="72"/>
                </a:cubicBezTo>
                <a:cubicBezTo>
                  <a:pt x="124" y="72"/>
                  <a:pt x="123" y="72"/>
                  <a:pt x="123" y="72"/>
                </a:cubicBezTo>
                <a:cubicBezTo>
                  <a:pt x="123" y="72"/>
                  <a:pt x="123" y="73"/>
                  <a:pt x="123" y="73"/>
                </a:cubicBezTo>
                <a:cubicBezTo>
                  <a:pt x="122" y="73"/>
                  <a:pt x="122" y="73"/>
                  <a:pt x="121" y="74"/>
                </a:cubicBezTo>
                <a:cubicBezTo>
                  <a:pt x="121" y="74"/>
                  <a:pt x="120" y="74"/>
                  <a:pt x="120" y="74"/>
                </a:cubicBezTo>
                <a:cubicBezTo>
                  <a:pt x="120" y="74"/>
                  <a:pt x="120" y="74"/>
                  <a:pt x="120" y="74"/>
                </a:cubicBezTo>
                <a:cubicBezTo>
                  <a:pt x="120" y="74"/>
                  <a:pt x="120" y="74"/>
                  <a:pt x="120" y="74"/>
                </a:cubicBezTo>
                <a:cubicBezTo>
                  <a:pt x="120" y="74"/>
                  <a:pt x="120" y="74"/>
                  <a:pt x="120" y="74"/>
                </a:cubicBezTo>
                <a:cubicBezTo>
                  <a:pt x="120" y="74"/>
                  <a:pt x="120" y="74"/>
                  <a:pt x="120" y="74"/>
                </a:cubicBezTo>
                <a:cubicBezTo>
                  <a:pt x="119" y="73"/>
                  <a:pt x="119" y="73"/>
                  <a:pt x="119" y="73"/>
                </a:cubicBezTo>
                <a:cubicBezTo>
                  <a:pt x="118" y="73"/>
                  <a:pt x="118" y="73"/>
                  <a:pt x="118" y="73"/>
                </a:cubicBezTo>
                <a:cubicBezTo>
                  <a:pt x="118" y="73"/>
                  <a:pt x="118" y="72"/>
                  <a:pt x="118" y="72"/>
                </a:cubicBezTo>
                <a:cubicBezTo>
                  <a:pt x="118" y="72"/>
                  <a:pt x="119" y="72"/>
                  <a:pt x="119" y="72"/>
                </a:cubicBezTo>
                <a:cubicBezTo>
                  <a:pt x="119" y="72"/>
                  <a:pt x="119" y="72"/>
                  <a:pt x="119" y="72"/>
                </a:cubicBezTo>
                <a:cubicBezTo>
                  <a:pt x="119" y="72"/>
                  <a:pt x="119" y="72"/>
                  <a:pt x="119" y="72"/>
                </a:cubicBezTo>
                <a:cubicBezTo>
                  <a:pt x="119" y="72"/>
                  <a:pt x="119" y="72"/>
                  <a:pt x="119" y="73"/>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1"/>
                  <a:pt x="119" y="71"/>
                </a:cubicBezTo>
                <a:cubicBezTo>
                  <a:pt x="119" y="71"/>
                  <a:pt x="119" y="72"/>
                  <a:pt x="119" y="72"/>
                </a:cubicBezTo>
                <a:cubicBezTo>
                  <a:pt x="119" y="72"/>
                  <a:pt x="119" y="72"/>
                  <a:pt x="119" y="72"/>
                </a:cubicBezTo>
                <a:cubicBezTo>
                  <a:pt x="119" y="71"/>
                  <a:pt x="119" y="71"/>
                  <a:pt x="119" y="71"/>
                </a:cubicBezTo>
                <a:cubicBezTo>
                  <a:pt x="119" y="71"/>
                  <a:pt x="119" y="72"/>
                  <a:pt x="119" y="72"/>
                </a:cubicBezTo>
                <a:cubicBezTo>
                  <a:pt x="119" y="72"/>
                  <a:pt x="118" y="72"/>
                  <a:pt x="118" y="72"/>
                </a:cubicBezTo>
                <a:cubicBezTo>
                  <a:pt x="118" y="72"/>
                  <a:pt x="118" y="72"/>
                  <a:pt x="118" y="72"/>
                </a:cubicBezTo>
                <a:cubicBezTo>
                  <a:pt x="118" y="72"/>
                  <a:pt x="118" y="72"/>
                  <a:pt x="118" y="72"/>
                </a:cubicBezTo>
                <a:cubicBezTo>
                  <a:pt x="118" y="72"/>
                  <a:pt x="118" y="72"/>
                  <a:pt x="118" y="72"/>
                </a:cubicBezTo>
                <a:cubicBezTo>
                  <a:pt x="118" y="72"/>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9" y="71"/>
                  <a:pt x="119" y="71"/>
                </a:cubicBezTo>
                <a:cubicBezTo>
                  <a:pt x="119" y="71"/>
                  <a:pt x="119" y="71"/>
                  <a:pt x="119" y="71"/>
                </a:cubicBezTo>
                <a:cubicBezTo>
                  <a:pt x="119" y="71"/>
                  <a:pt x="119" y="71"/>
                  <a:pt x="119" y="71"/>
                </a:cubicBezTo>
                <a:cubicBezTo>
                  <a:pt x="119" y="71"/>
                  <a:pt x="119" y="71"/>
                  <a:pt x="119" y="71"/>
                </a:cubicBezTo>
                <a:cubicBezTo>
                  <a:pt x="119" y="71"/>
                  <a:pt x="119" y="71"/>
                  <a:pt x="118" y="71"/>
                </a:cubicBezTo>
                <a:cubicBezTo>
                  <a:pt x="119" y="71"/>
                  <a:pt x="119" y="71"/>
                  <a:pt x="119" y="71"/>
                </a:cubicBezTo>
                <a:cubicBezTo>
                  <a:pt x="119" y="71"/>
                  <a:pt x="119" y="70"/>
                  <a:pt x="119" y="70"/>
                </a:cubicBezTo>
                <a:cubicBezTo>
                  <a:pt x="118" y="70"/>
                  <a:pt x="118" y="70"/>
                  <a:pt x="118" y="70"/>
                </a:cubicBezTo>
                <a:cubicBezTo>
                  <a:pt x="118" y="70"/>
                  <a:pt x="118" y="70"/>
                  <a:pt x="118" y="70"/>
                </a:cubicBezTo>
                <a:cubicBezTo>
                  <a:pt x="118" y="70"/>
                  <a:pt x="118" y="69"/>
                  <a:pt x="118" y="69"/>
                </a:cubicBezTo>
                <a:cubicBezTo>
                  <a:pt x="118" y="70"/>
                  <a:pt x="118" y="69"/>
                  <a:pt x="118" y="69"/>
                </a:cubicBezTo>
                <a:cubicBezTo>
                  <a:pt x="118" y="69"/>
                  <a:pt x="118" y="69"/>
                  <a:pt x="118" y="69"/>
                </a:cubicBezTo>
                <a:cubicBezTo>
                  <a:pt x="118" y="69"/>
                  <a:pt x="118" y="69"/>
                  <a:pt x="118" y="69"/>
                </a:cubicBezTo>
                <a:cubicBezTo>
                  <a:pt x="118" y="69"/>
                  <a:pt x="118" y="69"/>
                  <a:pt x="118" y="69"/>
                </a:cubicBezTo>
                <a:cubicBezTo>
                  <a:pt x="118" y="69"/>
                  <a:pt x="118" y="68"/>
                  <a:pt x="118" y="68"/>
                </a:cubicBezTo>
                <a:cubicBezTo>
                  <a:pt x="118" y="68"/>
                  <a:pt x="118" y="68"/>
                  <a:pt x="118" y="67"/>
                </a:cubicBezTo>
                <a:cubicBezTo>
                  <a:pt x="118" y="67"/>
                  <a:pt x="119" y="67"/>
                  <a:pt x="119" y="67"/>
                </a:cubicBezTo>
                <a:cubicBezTo>
                  <a:pt x="119" y="67"/>
                  <a:pt x="119" y="67"/>
                  <a:pt x="119" y="67"/>
                </a:cubicBezTo>
                <a:cubicBezTo>
                  <a:pt x="119" y="67"/>
                  <a:pt x="118" y="67"/>
                  <a:pt x="118" y="67"/>
                </a:cubicBezTo>
                <a:cubicBezTo>
                  <a:pt x="118" y="67"/>
                  <a:pt x="118" y="67"/>
                  <a:pt x="118" y="67"/>
                </a:cubicBezTo>
                <a:cubicBezTo>
                  <a:pt x="119" y="67"/>
                  <a:pt x="119" y="66"/>
                  <a:pt x="119" y="66"/>
                </a:cubicBezTo>
                <a:cubicBezTo>
                  <a:pt x="120" y="66"/>
                  <a:pt x="120" y="66"/>
                  <a:pt x="120" y="66"/>
                </a:cubicBezTo>
                <a:cubicBezTo>
                  <a:pt x="120" y="66"/>
                  <a:pt x="121" y="66"/>
                  <a:pt x="121" y="66"/>
                </a:cubicBezTo>
                <a:cubicBezTo>
                  <a:pt x="121" y="66"/>
                  <a:pt x="120" y="66"/>
                  <a:pt x="120" y="65"/>
                </a:cubicBezTo>
                <a:cubicBezTo>
                  <a:pt x="120" y="65"/>
                  <a:pt x="120" y="65"/>
                  <a:pt x="120" y="65"/>
                </a:cubicBezTo>
                <a:cubicBezTo>
                  <a:pt x="121" y="65"/>
                  <a:pt x="121" y="65"/>
                  <a:pt x="122" y="65"/>
                </a:cubicBezTo>
                <a:cubicBezTo>
                  <a:pt x="122" y="65"/>
                  <a:pt x="122" y="64"/>
                  <a:pt x="123" y="64"/>
                </a:cubicBezTo>
                <a:cubicBezTo>
                  <a:pt x="123" y="64"/>
                  <a:pt x="123" y="65"/>
                  <a:pt x="123" y="65"/>
                </a:cubicBezTo>
                <a:cubicBezTo>
                  <a:pt x="123" y="65"/>
                  <a:pt x="123" y="65"/>
                  <a:pt x="123" y="65"/>
                </a:cubicBezTo>
                <a:cubicBezTo>
                  <a:pt x="123" y="64"/>
                  <a:pt x="123" y="64"/>
                  <a:pt x="123" y="64"/>
                </a:cubicBezTo>
                <a:cubicBezTo>
                  <a:pt x="123" y="64"/>
                  <a:pt x="124" y="64"/>
                  <a:pt x="124" y="63"/>
                </a:cubicBezTo>
                <a:cubicBezTo>
                  <a:pt x="124" y="63"/>
                  <a:pt x="124" y="63"/>
                  <a:pt x="125" y="62"/>
                </a:cubicBezTo>
                <a:cubicBezTo>
                  <a:pt x="125" y="62"/>
                  <a:pt x="125" y="63"/>
                  <a:pt x="125" y="62"/>
                </a:cubicBezTo>
                <a:cubicBezTo>
                  <a:pt x="125" y="62"/>
                  <a:pt x="125" y="62"/>
                  <a:pt x="125" y="62"/>
                </a:cubicBezTo>
                <a:cubicBezTo>
                  <a:pt x="125" y="62"/>
                  <a:pt x="125" y="62"/>
                  <a:pt x="125" y="62"/>
                </a:cubicBezTo>
                <a:cubicBezTo>
                  <a:pt x="126" y="62"/>
                  <a:pt x="126" y="61"/>
                  <a:pt x="126" y="61"/>
                </a:cubicBezTo>
                <a:cubicBezTo>
                  <a:pt x="126" y="61"/>
                  <a:pt x="126" y="61"/>
                  <a:pt x="127" y="61"/>
                </a:cubicBezTo>
                <a:cubicBezTo>
                  <a:pt x="127" y="61"/>
                  <a:pt x="127" y="61"/>
                  <a:pt x="127" y="61"/>
                </a:cubicBezTo>
                <a:cubicBezTo>
                  <a:pt x="127" y="61"/>
                  <a:pt x="126" y="61"/>
                  <a:pt x="126" y="61"/>
                </a:cubicBezTo>
                <a:cubicBezTo>
                  <a:pt x="127" y="60"/>
                  <a:pt x="127" y="60"/>
                  <a:pt x="127" y="60"/>
                </a:cubicBezTo>
                <a:cubicBezTo>
                  <a:pt x="127" y="60"/>
                  <a:pt x="127" y="59"/>
                  <a:pt x="127" y="59"/>
                </a:cubicBezTo>
                <a:cubicBezTo>
                  <a:pt x="128" y="59"/>
                  <a:pt x="128" y="59"/>
                  <a:pt x="128" y="59"/>
                </a:cubicBezTo>
                <a:cubicBezTo>
                  <a:pt x="128" y="59"/>
                  <a:pt x="128" y="59"/>
                  <a:pt x="128" y="59"/>
                </a:cubicBezTo>
                <a:cubicBezTo>
                  <a:pt x="128" y="59"/>
                  <a:pt x="128" y="59"/>
                  <a:pt x="127" y="59"/>
                </a:cubicBezTo>
                <a:cubicBezTo>
                  <a:pt x="127" y="58"/>
                  <a:pt x="128" y="58"/>
                  <a:pt x="128" y="58"/>
                </a:cubicBezTo>
                <a:cubicBezTo>
                  <a:pt x="128" y="58"/>
                  <a:pt x="128" y="58"/>
                  <a:pt x="128" y="58"/>
                </a:cubicBezTo>
                <a:cubicBezTo>
                  <a:pt x="128" y="58"/>
                  <a:pt x="128" y="58"/>
                  <a:pt x="128" y="58"/>
                </a:cubicBezTo>
                <a:cubicBezTo>
                  <a:pt x="128" y="58"/>
                  <a:pt x="128" y="58"/>
                  <a:pt x="128" y="58"/>
                </a:cubicBezTo>
                <a:cubicBezTo>
                  <a:pt x="128" y="58"/>
                  <a:pt x="128" y="58"/>
                  <a:pt x="128" y="58"/>
                </a:cubicBezTo>
                <a:cubicBezTo>
                  <a:pt x="128" y="57"/>
                  <a:pt x="129" y="57"/>
                  <a:pt x="129" y="57"/>
                </a:cubicBezTo>
                <a:cubicBezTo>
                  <a:pt x="129" y="57"/>
                  <a:pt x="129" y="57"/>
                  <a:pt x="129" y="57"/>
                </a:cubicBezTo>
                <a:cubicBezTo>
                  <a:pt x="129" y="57"/>
                  <a:pt x="129" y="57"/>
                  <a:pt x="129" y="56"/>
                </a:cubicBezTo>
                <a:cubicBezTo>
                  <a:pt x="130" y="56"/>
                  <a:pt x="130" y="57"/>
                  <a:pt x="130" y="57"/>
                </a:cubicBezTo>
                <a:cubicBezTo>
                  <a:pt x="130" y="56"/>
                  <a:pt x="130" y="56"/>
                  <a:pt x="130" y="56"/>
                </a:cubicBezTo>
                <a:cubicBezTo>
                  <a:pt x="130" y="56"/>
                  <a:pt x="130" y="56"/>
                  <a:pt x="130" y="56"/>
                </a:cubicBezTo>
                <a:cubicBezTo>
                  <a:pt x="130" y="56"/>
                  <a:pt x="130" y="56"/>
                  <a:pt x="130" y="56"/>
                </a:cubicBezTo>
                <a:cubicBezTo>
                  <a:pt x="130" y="56"/>
                  <a:pt x="131" y="55"/>
                  <a:pt x="131" y="55"/>
                </a:cubicBezTo>
                <a:cubicBezTo>
                  <a:pt x="131" y="55"/>
                  <a:pt x="131" y="55"/>
                  <a:pt x="131" y="55"/>
                </a:cubicBezTo>
                <a:cubicBezTo>
                  <a:pt x="131" y="56"/>
                  <a:pt x="131" y="56"/>
                  <a:pt x="131" y="56"/>
                </a:cubicBezTo>
                <a:cubicBezTo>
                  <a:pt x="131" y="56"/>
                  <a:pt x="131" y="56"/>
                  <a:pt x="131" y="56"/>
                </a:cubicBezTo>
                <a:cubicBezTo>
                  <a:pt x="131" y="56"/>
                  <a:pt x="131" y="56"/>
                  <a:pt x="131" y="55"/>
                </a:cubicBezTo>
                <a:cubicBezTo>
                  <a:pt x="131" y="55"/>
                  <a:pt x="131" y="55"/>
                  <a:pt x="131" y="55"/>
                </a:cubicBezTo>
                <a:cubicBezTo>
                  <a:pt x="132" y="55"/>
                  <a:pt x="132" y="55"/>
                  <a:pt x="132" y="55"/>
                </a:cubicBezTo>
                <a:cubicBezTo>
                  <a:pt x="132" y="55"/>
                  <a:pt x="132" y="55"/>
                  <a:pt x="132" y="55"/>
                </a:cubicBezTo>
                <a:cubicBezTo>
                  <a:pt x="132" y="55"/>
                  <a:pt x="132" y="55"/>
                  <a:pt x="132" y="54"/>
                </a:cubicBezTo>
                <a:cubicBezTo>
                  <a:pt x="132" y="54"/>
                  <a:pt x="132" y="54"/>
                  <a:pt x="132" y="54"/>
                </a:cubicBezTo>
                <a:cubicBezTo>
                  <a:pt x="132" y="54"/>
                  <a:pt x="132" y="54"/>
                  <a:pt x="133" y="54"/>
                </a:cubicBezTo>
                <a:cubicBezTo>
                  <a:pt x="133" y="53"/>
                  <a:pt x="133" y="54"/>
                  <a:pt x="133" y="53"/>
                </a:cubicBezTo>
                <a:cubicBezTo>
                  <a:pt x="133" y="53"/>
                  <a:pt x="134" y="53"/>
                  <a:pt x="134" y="53"/>
                </a:cubicBezTo>
                <a:cubicBezTo>
                  <a:pt x="134" y="53"/>
                  <a:pt x="134" y="53"/>
                  <a:pt x="135" y="53"/>
                </a:cubicBezTo>
                <a:cubicBezTo>
                  <a:pt x="135" y="53"/>
                  <a:pt x="135" y="52"/>
                  <a:pt x="136" y="52"/>
                </a:cubicBezTo>
                <a:cubicBezTo>
                  <a:pt x="136" y="52"/>
                  <a:pt x="136" y="52"/>
                  <a:pt x="136" y="52"/>
                </a:cubicBezTo>
                <a:cubicBezTo>
                  <a:pt x="136" y="52"/>
                  <a:pt x="136" y="52"/>
                  <a:pt x="136" y="52"/>
                </a:cubicBezTo>
                <a:cubicBezTo>
                  <a:pt x="136" y="52"/>
                  <a:pt x="136" y="53"/>
                  <a:pt x="136" y="53"/>
                </a:cubicBezTo>
                <a:cubicBezTo>
                  <a:pt x="136" y="53"/>
                  <a:pt x="136" y="52"/>
                  <a:pt x="136" y="52"/>
                </a:cubicBezTo>
                <a:cubicBezTo>
                  <a:pt x="137" y="52"/>
                  <a:pt x="137" y="52"/>
                  <a:pt x="137" y="51"/>
                </a:cubicBezTo>
                <a:cubicBezTo>
                  <a:pt x="137" y="51"/>
                  <a:pt x="137" y="51"/>
                  <a:pt x="137" y="51"/>
                </a:cubicBezTo>
                <a:cubicBezTo>
                  <a:pt x="137" y="52"/>
                  <a:pt x="137" y="52"/>
                  <a:pt x="138" y="52"/>
                </a:cubicBezTo>
                <a:cubicBezTo>
                  <a:pt x="138" y="50"/>
                  <a:pt x="138" y="51"/>
                  <a:pt x="139" y="51"/>
                </a:cubicBezTo>
                <a:cubicBezTo>
                  <a:pt x="139" y="51"/>
                  <a:pt x="140" y="51"/>
                  <a:pt x="140" y="50"/>
                </a:cubicBezTo>
                <a:cubicBezTo>
                  <a:pt x="140" y="50"/>
                  <a:pt x="140" y="50"/>
                  <a:pt x="140" y="50"/>
                </a:cubicBezTo>
                <a:cubicBezTo>
                  <a:pt x="141" y="50"/>
                  <a:pt x="141" y="49"/>
                  <a:pt x="142" y="50"/>
                </a:cubicBezTo>
                <a:cubicBezTo>
                  <a:pt x="142" y="50"/>
                  <a:pt x="141" y="50"/>
                  <a:pt x="141" y="51"/>
                </a:cubicBezTo>
                <a:cubicBezTo>
                  <a:pt x="141" y="51"/>
                  <a:pt x="141" y="51"/>
                  <a:pt x="142" y="51"/>
                </a:cubicBezTo>
                <a:cubicBezTo>
                  <a:pt x="142" y="51"/>
                  <a:pt x="143" y="50"/>
                  <a:pt x="143" y="49"/>
                </a:cubicBezTo>
                <a:cubicBezTo>
                  <a:pt x="143" y="50"/>
                  <a:pt x="143" y="50"/>
                  <a:pt x="143" y="51"/>
                </a:cubicBezTo>
                <a:cubicBezTo>
                  <a:pt x="144" y="50"/>
                  <a:pt x="144" y="50"/>
                  <a:pt x="144" y="49"/>
                </a:cubicBezTo>
                <a:cubicBezTo>
                  <a:pt x="144" y="49"/>
                  <a:pt x="145" y="49"/>
                  <a:pt x="145" y="49"/>
                </a:cubicBezTo>
                <a:cubicBezTo>
                  <a:pt x="145" y="50"/>
                  <a:pt x="145" y="50"/>
                  <a:pt x="145" y="51"/>
                </a:cubicBezTo>
                <a:cubicBezTo>
                  <a:pt x="145" y="51"/>
                  <a:pt x="145" y="51"/>
                  <a:pt x="145" y="51"/>
                </a:cubicBezTo>
                <a:cubicBezTo>
                  <a:pt x="145" y="50"/>
                  <a:pt x="145" y="50"/>
                  <a:pt x="146" y="50"/>
                </a:cubicBezTo>
                <a:cubicBezTo>
                  <a:pt x="146" y="50"/>
                  <a:pt x="146" y="50"/>
                  <a:pt x="147" y="50"/>
                </a:cubicBezTo>
                <a:cubicBezTo>
                  <a:pt x="147" y="50"/>
                  <a:pt x="147" y="50"/>
                  <a:pt x="148" y="50"/>
                </a:cubicBezTo>
                <a:cubicBezTo>
                  <a:pt x="148" y="50"/>
                  <a:pt x="148" y="50"/>
                  <a:pt x="148" y="50"/>
                </a:cubicBezTo>
                <a:cubicBezTo>
                  <a:pt x="148" y="51"/>
                  <a:pt x="148" y="51"/>
                  <a:pt x="148" y="51"/>
                </a:cubicBezTo>
                <a:cubicBezTo>
                  <a:pt x="147" y="51"/>
                  <a:pt x="147" y="51"/>
                  <a:pt x="146" y="51"/>
                </a:cubicBezTo>
                <a:cubicBezTo>
                  <a:pt x="146" y="52"/>
                  <a:pt x="146" y="52"/>
                  <a:pt x="147" y="52"/>
                </a:cubicBezTo>
                <a:cubicBezTo>
                  <a:pt x="147" y="52"/>
                  <a:pt x="148" y="52"/>
                  <a:pt x="148" y="52"/>
                </a:cubicBezTo>
                <a:cubicBezTo>
                  <a:pt x="148" y="52"/>
                  <a:pt x="149" y="52"/>
                  <a:pt x="149" y="52"/>
                </a:cubicBezTo>
                <a:cubicBezTo>
                  <a:pt x="149" y="52"/>
                  <a:pt x="149" y="52"/>
                  <a:pt x="150" y="52"/>
                </a:cubicBezTo>
                <a:cubicBezTo>
                  <a:pt x="150" y="52"/>
                  <a:pt x="150" y="53"/>
                  <a:pt x="151" y="53"/>
                </a:cubicBezTo>
                <a:cubicBezTo>
                  <a:pt x="151" y="53"/>
                  <a:pt x="151" y="53"/>
                  <a:pt x="151" y="53"/>
                </a:cubicBezTo>
                <a:cubicBezTo>
                  <a:pt x="151" y="53"/>
                  <a:pt x="151" y="53"/>
                  <a:pt x="151" y="53"/>
                </a:cubicBezTo>
                <a:cubicBezTo>
                  <a:pt x="152" y="53"/>
                  <a:pt x="153" y="53"/>
                  <a:pt x="153" y="53"/>
                </a:cubicBezTo>
                <a:cubicBezTo>
                  <a:pt x="154" y="53"/>
                  <a:pt x="154" y="53"/>
                  <a:pt x="155" y="54"/>
                </a:cubicBezTo>
                <a:cubicBezTo>
                  <a:pt x="155" y="54"/>
                  <a:pt x="155" y="54"/>
                  <a:pt x="156" y="54"/>
                </a:cubicBezTo>
                <a:cubicBezTo>
                  <a:pt x="156" y="54"/>
                  <a:pt x="157" y="55"/>
                  <a:pt x="157" y="55"/>
                </a:cubicBezTo>
                <a:cubicBezTo>
                  <a:pt x="158" y="55"/>
                  <a:pt x="158" y="55"/>
                  <a:pt x="159" y="55"/>
                </a:cubicBezTo>
                <a:cubicBezTo>
                  <a:pt x="159" y="56"/>
                  <a:pt x="160" y="56"/>
                  <a:pt x="160" y="56"/>
                </a:cubicBezTo>
                <a:cubicBezTo>
                  <a:pt x="160" y="57"/>
                  <a:pt x="160" y="57"/>
                  <a:pt x="160" y="57"/>
                </a:cubicBezTo>
                <a:cubicBezTo>
                  <a:pt x="160" y="58"/>
                  <a:pt x="160" y="58"/>
                  <a:pt x="159" y="59"/>
                </a:cubicBezTo>
                <a:cubicBezTo>
                  <a:pt x="157" y="60"/>
                  <a:pt x="154" y="59"/>
                  <a:pt x="152" y="58"/>
                </a:cubicBezTo>
                <a:cubicBezTo>
                  <a:pt x="152" y="58"/>
                  <a:pt x="151" y="58"/>
                  <a:pt x="151" y="58"/>
                </a:cubicBezTo>
                <a:cubicBezTo>
                  <a:pt x="151" y="58"/>
                  <a:pt x="151" y="57"/>
                  <a:pt x="150" y="57"/>
                </a:cubicBezTo>
                <a:cubicBezTo>
                  <a:pt x="150" y="58"/>
                  <a:pt x="151" y="58"/>
                  <a:pt x="151" y="59"/>
                </a:cubicBezTo>
                <a:cubicBezTo>
                  <a:pt x="151" y="59"/>
                  <a:pt x="152" y="59"/>
                  <a:pt x="152" y="59"/>
                </a:cubicBezTo>
                <a:cubicBezTo>
                  <a:pt x="153" y="60"/>
                  <a:pt x="153" y="60"/>
                  <a:pt x="152" y="60"/>
                </a:cubicBezTo>
                <a:cubicBezTo>
                  <a:pt x="152" y="61"/>
                  <a:pt x="153" y="62"/>
                  <a:pt x="153" y="63"/>
                </a:cubicBezTo>
                <a:cubicBezTo>
                  <a:pt x="153" y="63"/>
                  <a:pt x="154" y="63"/>
                  <a:pt x="154" y="63"/>
                </a:cubicBezTo>
                <a:cubicBezTo>
                  <a:pt x="154" y="63"/>
                  <a:pt x="154" y="63"/>
                  <a:pt x="154" y="63"/>
                </a:cubicBezTo>
                <a:cubicBezTo>
                  <a:pt x="155" y="63"/>
                  <a:pt x="155" y="63"/>
                  <a:pt x="155" y="63"/>
                </a:cubicBezTo>
                <a:cubicBezTo>
                  <a:pt x="156" y="64"/>
                  <a:pt x="157" y="64"/>
                  <a:pt x="156" y="63"/>
                </a:cubicBezTo>
                <a:cubicBezTo>
                  <a:pt x="156" y="63"/>
                  <a:pt x="156" y="63"/>
                  <a:pt x="156" y="63"/>
                </a:cubicBezTo>
                <a:cubicBezTo>
                  <a:pt x="155" y="62"/>
                  <a:pt x="155" y="62"/>
                  <a:pt x="155" y="62"/>
                </a:cubicBezTo>
                <a:cubicBezTo>
                  <a:pt x="155" y="61"/>
                  <a:pt x="155" y="61"/>
                  <a:pt x="155" y="61"/>
                </a:cubicBezTo>
                <a:cubicBezTo>
                  <a:pt x="156" y="62"/>
                  <a:pt x="157" y="62"/>
                  <a:pt x="158" y="62"/>
                </a:cubicBezTo>
                <a:cubicBezTo>
                  <a:pt x="158" y="62"/>
                  <a:pt x="158" y="62"/>
                  <a:pt x="159" y="62"/>
                </a:cubicBezTo>
                <a:cubicBezTo>
                  <a:pt x="159" y="62"/>
                  <a:pt x="159" y="62"/>
                  <a:pt x="159" y="62"/>
                </a:cubicBezTo>
                <a:cubicBezTo>
                  <a:pt x="160" y="61"/>
                  <a:pt x="159" y="61"/>
                  <a:pt x="159" y="60"/>
                </a:cubicBezTo>
                <a:cubicBezTo>
                  <a:pt x="159" y="59"/>
                  <a:pt x="161" y="60"/>
                  <a:pt x="161" y="59"/>
                </a:cubicBezTo>
                <a:cubicBezTo>
                  <a:pt x="162" y="58"/>
                  <a:pt x="163" y="59"/>
                  <a:pt x="163" y="59"/>
                </a:cubicBezTo>
                <a:cubicBezTo>
                  <a:pt x="163" y="59"/>
                  <a:pt x="163" y="59"/>
                  <a:pt x="163" y="59"/>
                </a:cubicBezTo>
                <a:cubicBezTo>
                  <a:pt x="163" y="59"/>
                  <a:pt x="164" y="59"/>
                  <a:pt x="164" y="59"/>
                </a:cubicBezTo>
                <a:cubicBezTo>
                  <a:pt x="164" y="58"/>
                  <a:pt x="164" y="58"/>
                  <a:pt x="164" y="57"/>
                </a:cubicBezTo>
                <a:cubicBezTo>
                  <a:pt x="163" y="57"/>
                  <a:pt x="163" y="57"/>
                  <a:pt x="163" y="57"/>
                </a:cubicBezTo>
                <a:cubicBezTo>
                  <a:pt x="163" y="57"/>
                  <a:pt x="163" y="57"/>
                  <a:pt x="163" y="57"/>
                </a:cubicBezTo>
                <a:cubicBezTo>
                  <a:pt x="163" y="56"/>
                  <a:pt x="164" y="56"/>
                  <a:pt x="164" y="56"/>
                </a:cubicBezTo>
                <a:cubicBezTo>
                  <a:pt x="164" y="55"/>
                  <a:pt x="163" y="55"/>
                  <a:pt x="163" y="54"/>
                </a:cubicBezTo>
                <a:cubicBezTo>
                  <a:pt x="164" y="54"/>
                  <a:pt x="164" y="55"/>
                  <a:pt x="164" y="55"/>
                </a:cubicBezTo>
                <a:cubicBezTo>
                  <a:pt x="164" y="55"/>
                  <a:pt x="165" y="55"/>
                  <a:pt x="165" y="54"/>
                </a:cubicBezTo>
                <a:cubicBezTo>
                  <a:pt x="166" y="55"/>
                  <a:pt x="166" y="56"/>
                  <a:pt x="166" y="56"/>
                </a:cubicBezTo>
                <a:cubicBezTo>
                  <a:pt x="166" y="56"/>
                  <a:pt x="165" y="56"/>
                  <a:pt x="164" y="57"/>
                </a:cubicBezTo>
                <a:cubicBezTo>
                  <a:pt x="165" y="57"/>
                  <a:pt x="166" y="58"/>
                  <a:pt x="167" y="58"/>
                </a:cubicBezTo>
                <a:cubicBezTo>
                  <a:pt x="167" y="58"/>
                  <a:pt x="167" y="58"/>
                  <a:pt x="168" y="58"/>
                </a:cubicBezTo>
                <a:cubicBezTo>
                  <a:pt x="168" y="57"/>
                  <a:pt x="168" y="57"/>
                  <a:pt x="168" y="56"/>
                </a:cubicBezTo>
                <a:cubicBezTo>
                  <a:pt x="168" y="56"/>
                  <a:pt x="169" y="56"/>
                  <a:pt x="169" y="56"/>
                </a:cubicBezTo>
                <a:cubicBezTo>
                  <a:pt x="170" y="56"/>
                  <a:pt x="171" y="55"/>
                  <a:pt x="171" y="55"/>
                </a:cubicBezTo>
                <a:cubicBezTo>
                  <a:pt x="172" y="55"/>
                  <a:pt x="173" y="55"/>
                  <a:pt x="173" y="54"/>
                </a:cubicBezTo>
                <a:cubicBezTo>
                  <a:pt x="173" y="54"/>
                  <a:pt x="173" y="55"/>
                  <a:pt x="173" y="55"/>
                </a:cubicBezTo>
                <a:cubicBezTo>
                  <a:pt x="173" y="55"/>
                  <a:pt x="173" y="55"/>
                  <a:pt x="173" y="55"/>
                </a:cubicBezTo>
                <a:cubicBezTo>
                  <a:pt x="174" y="55"/>
                  <a:pt x="173" y="54"/>
                  <a:pt x="175" y="54"/>
                </a:cubicBezTo>
                <a:cubicBezTo>
                  <a:pt x="175" y="54"/>
                  <a:pt x="175" y="54"/>
                  <a:pt x="175" y="55"/>
                </a:cubicBezTo>
                <a:cubicBezTo>
                  <a:pt x="175" y="55"/>
                  <a:pt x="175" y="55"/>
                  <a:pt x="174" y="55"/>
                </a:cubicBezTo>
                <a:cubicBezTo>
                  <a:pt x="174" y="55"/>
                  <a:pt x="174" y="55"/>
                  <a:pt x="174" y="55"/>
                </a:cubicBezTo>
                <a:cubicBezTo>
                  <a:pt x="175" y="55"/>
                  <a:pt x="175" y="55"/>
                  <a:pt x="176" y="55"/>
                </a:cubicBezTo>
                <a:cubicBezTo>
                  <a:pt x="176" y="55"/>
                  <a:pt x="176" y="55"/>
                  <a:pt x="176" y="55"/>
                </a:cubicBezTo>
                <a:cubicBezTo>
                  <a:pt x="176" y="55"/>
                  <a:pt x="176" y="55"/>
                  <a:pt x="177" y="54"/>
                </a:cubicBezTo>
                <a:cubicBezTo>
                  <a:pt x="177" y="54"/>
                  <a:pt x="178" y="54"/>
                  <a:pt x="178" y="54"/>
                </a:cubicBezTo>
                <a:cubicBezTo>
                  <a:pt x="178" y="54"/>
                  <a:pt x="179" y="55"/>
                  <a:pt x="179" y="54"/>
                </a:cubicBezTo>
                <a:cubicBezTo>
                  <a:pt x="179" y="54"/>
                  <a:pt x="179" y="54"/>
                  <a:pt x="180" y="54"/>
                </a:cubicBezTo>
                <a:cubicBezTo>
                  <a:pt x="180" y="54"/>
                  <a:pt x="181" y="54"/>
                  <a:pt x="181" y="54"/>
                </a:cubicBezTo>
                <a:cubicBezTo>
                  <a:pt x="181" y="54"/>
                  <a:pt x="181" y="54"/>
                  <a:pt x="181" y="54"/>
                </a:cubicBezTo>
                <a:cubicBezTo>
                  <a:pt x="181" y="55"/>
                  <a:pt x="181" y="55"/>
                  <a:pt x="182" y="55"/>
                </a:cubicBezTo>
                <a:cubicBezTo>
                  <a:pt x="182" y="55"/>
                  <a:pt x="182" y="54"/>
                  <a:pt x="182" y="54"/>
                </a:cubicBezTo>
                <a:cubicBezTo>
                  <a:pt x="183" y="54"/>
                  <a:pt x="183" y="54"/>
                  <a:pt x="183" y="53"/>
                </a:cubicBezTo>
                <a:cubicBezTo>
                  <a:pt x="183" y="53"/>
                  <a:pt x="183" y="53"/>
                  <a:pt x="183" y="52"/>
                </a:cubicBezTo>
                <a:cubicBezTo>
                  <a:pt x="183" y="52"/>
                  <a:pt x="183" y="52"/>
                  <a:pt x="183" y="52"/>
                </a:cubicBezTo>
                <a:cubicBezTo>
                  <a:pt x="183" y="52"/>
                  <a:pt x="183" y="52"/>
                  <a:pt x="183" y="52"/>
                </a:cubicBezTo>
                <a:cubicBezTo>
                  <a:pt x="184" y="52"/>
                  <a:pt x="185" y="52"/>
                  <a:pt x="186" y="52"/>
                </a:cubicBezTo>
                <a:cubicBezTo>
                  <a:pt x="188" y="53"/>
                  <a:pt x="190" y="54"/>
                  <a:pt x="192" y="55"/>
                </a:cubicBezTo>
                <a:cubicBezTo>
                  <a:pt x="192" y="55"/>
                  <a:pt x="192" y="55"/>
                  <a:pt x="192" y="55"/>
                </a:cubicBezTo>
                <a:cubicBezTo>
                  <a:pt x="192" y="55"/>
                  <a:pt x="193" y="54"/>
                  <a:pt x="193" y="54"/>
                </a:cubicBezTo>
                <a:cubicBezTo>
                  <a:pt x="192" y="54"/>
                  <a:pt x="192" y="54"/>
                  <a:pt x="192" y="53"/>
                </a:cubicBezTo>
                <a:cubicBezTo>
                  <a:pt x="191" y="53"/>
                  <a:pt x="192" y="53"/>
                  <a:pt x="192" y="52"/>
                </a:cubicBezTo>
                <a:cubicBezTo>
                  <a:pt x="191" y="52"/>
                  <a:pt x="190" y="52"/>
                  <a:pt x="190" y="52"/>
                </a:cubicBezTo>
                <a:cubicBezTo>
                  <a:pt x="190" y="51"/>
                  <a:pt x="191" y="51"/>
                  <a:pt x="191" y="50"/>
                </a:cubicBezTo>
                <a:cubicBezTo>
                  <a:pt x="190" y="50"/>
                  <a:pt x="190" y="50"/>
                  <a:pt x="190" y="50"/>
                </a:cubicBezTo>
                <a:cubicBezTo>
                  <a:pt x="190" y="49"/>
                  <a:pt x="191" y="48"/>
                  <a:pt x="192" y="48"/>
                </a:cubicBezTo>
                <a:cubicBezTo>
                  <a:pt x="192" y="47"/>
                  <a:pt x="192" y="47"/>
                  <a:pt x="192" y="47"/>
                </a:cubicBezTo>
                <a:cubicBezTo>
                  <a:pt x="192" y="47"/>
                  <a:pt x="192" y="47"/>
                  <a:pt x="192" y="46"/>
                </a:cubicBezTo>
                <a:cubicBezTo>
                  <a:pt x="189" y="44"/>
                  <a:pt x="186" y="42"/>
                  <a:pt x="183" y="40"/>
                </a:cubicBezTo>
                <a:cubicBezTo>
                  <a:pt x="183" y="40"/>
                  <a:pt x="183" y="40"/>
                  <a:pt x="183" y="40"/>
                </a:cubicBezTo>
                <a:cubicBezTo>
                  <a:pt x="183" y="40"/>
                  <a:pt x="183" y="40"/>
                  <a:pt x="183" y="40"/>
                </a:cubicBezTo>
                <a:cubicBezTo>
                  <a:pt x="183" y="40"/>
                  <a:pt x="183" y="41"/>
                  <a:pt x="183" y="41"/>
                </a:cubicBezTo>
                <a:cubicBezTo>
                  <a:pt x="182" y="41"/>
                  <a:pt x="182" y="41"/>
                  <a:pt x="182" y="41"/>
                </a:cubicBezTo>
                <a:cubicBezTo>
                  <a:pt x="182" y="41"/>
                  <a:pt x="181" y="41"/>
                  <a:pt x="181" y="41"/>
                </a:cubicBezTo>
                <a:cubicBezTo>
                  <a:pt x="181" y="41"/>
                  <a:pt x="181" y="41"/>
                  <a:pt x="181" y="41"/>
                </a:cubicBezTo>
                <a:cubicBezTo>
                  <a:pt x="181" y="41"/>
                  <a:pt x="180" y="41"/>
                  <a:pt x="181" y="41"/>
                </a:cubicBezTo>
                <a:cubicBezTo>
                  <a:pt x="181" y="41"/>
                  <a:pt x="181" y="42"/>
                  <a:pt x="181" y="42"/>
                </a:cubicBezTo>
                <a:cubicBezTo>
                  <a:pt x="181" y="42"/>
                  <a:pt x="181" y="42"/>
                  <a:pt x="181" y="42"/>
                </a:cubicBezTo>
                <a:cubicBezTo>
                  <a:pt x="181" y="42"/>
                  <a:pt x="180" y="42"/>
                  <a:pt x="180" y="42"/>
                </a:cubicBezTo>
                <a:cubicBezTo>
                  <a:pt x="180" y="42"/>
                  <a:pt x="180" y="42"/>
                  <a:pt x="179" y="42"/>
                </a:cubicBezTo>
                <a:cubicBezTo>
                  <a:pt x="179" y="42"/>
                  <a:pt x="179" y="42"/>
                  <a:pt x="179" y="42"/>
                </a:cubicBezTo>
                <a:cubicBezTo>
                  <a:pt x="179" y="42"/>
                  <a:pt x="179" y="42"/>
                  <a:pt x="179" y="43"/>
                </a:cubicBezTo>
                <a:cubicBezTo>
                  <a:pt x="179" y="43"/>
                  <a:pt x="179" y="43"/>
                  <a:pt x="180" y="43"/>
                </a:cubicBezTo>
                <a:cubicBezTo>
                  <a:pt x="180" y="43"/>
                  <a:pt x="180" y="43"/>
                  <a:pt x="180" y="43"/>
                </a:cubicBezTo>
                <a:cubicBezTo>
                  <a:pt x="179" y="43"/>
                  <a:pt x="179" y="44"/>
                  <a:pt x="179" y="44"/>
                </a:cubicBezTo>
                <a:cubicBezTo>
                  <a:pt x="178" y="44"/>
                  <a:pt x="178" y="44"/>
                  <a:pt x="177" y="44"/>
                </a:cubicBezTo>
                <a:cubicBezTo>
                  <a:pt x="176" y="43"/>
                  <a:pt x="176" y="44"/>
                  <a:pt x="175" y="43"/>
                </a:cubicBezTo>
                <a:cubicBezTo>
                  <a:pt x="175" y="43"/>
                  <a:pt x="175" y="43"/>
                  <a:pt x="175" y="43"/>
                </a:cubicBezTo>
                <a:cubicBezTo>
                  <a:pt x="176" y="43"/>
                  <a:pt x="176" y="42"/>
                  <a:pt x="177" y="42"/>
                </a:cubicBezTo>
                <a:cubicBezTo>
                  <a:pt x="177" y="42"/>
                  <a:pt x="177" y="42"/>
                  <a:pt x="177" y="42"/>
                </a:cubicBezTo>
                <a:cubicBezTo>
                  <a:pt x="177" y="42"/>
                  <a:pt x="177" y="42"/>
                  <a:pt x="177" y="42"/>
                </a:cubicBezTo>
                <a:cubicBezTo>
                  <a:pt x="177" y="42"/>
                  <a:pt x="177" y="42"/>
                  <a:pt x="177" y="42"/>
                </a:cubicBezTo>
                <a:cubicBezTo>
                  <a:pt x="177" y="41"/>
                  <a:pt x="178" y="41"/>
                  <a:pt x="178" y="41"/>
                </a:cubicBezTo>
                <a:cubicBezTo>
                  <a:pt x="178" y="41"/>
                  <a:pt x="178" y="41"/>
                  <a:pt x="178" y="41"/>
                </a:cubicBezTo>
                <a:cubicBezTo>
                  <a:pt x="178" y="40"/>
                  <a:pt x="178" y="40"/>
                  <a:pt x="178" y="40"/>
                </a:cubicBezTo>
                <a:cubicBezTo>
                  <a:pt x="178" y="40"/>
                  <a:pt x="179" y="40"/>
                  <a:pt x="179" y="39"/>
                </a:cubicBezTo>
                <a:cubicBezTo>
                  <a:pt x="179" y="39"/>
                  <a:pt x="179" y="40"/>
                  <a:pt x="179" y="40"/>
                </a:cubicBezTo>
                <a:cubicBezTo>
                  <a:pt x="180" y="39"/>
                  <a:pt x="180" y="39"/>
                  <a:pt x="181" y="38"/>
                </a:cubicBezTo>
                <a:cubicBezTo>
                  <a:pt x="165" y="29"/>
                  <a:pt x="147" y="24"/>
                  <a:pt x="128" y="24"/>
                </a:cubicBezTo>
                <a:cubicBezTo>
                  <a:pt x="112" y="24"/>
                  <a:pt x="97" y="28"/>
                  <a:pt x="83" y="34"/>
                </a:cubicBezTo>
                <a:moveTo>
                  <a:pt x="84" y="39"/>
                </a:moveTo>
                <a:cubicBezTo>
                  <a:pt x="84" y="39"/>
                  <a:pt x="84" y="39"/>
                  <a:pt x="84" y="39"/>
                </a:cubicBezTo>
                <a:cubicBezTo>
                  <a:pt x="84" y="39"/>
                  <a:pt x="84" y="39"/>
                  <a:pt x="84" y="39"/>
                </a:cubicBezTo>
                <a:cubicBezTo>
                  <a:pt x="84" y="39"/>
                  <a:pt x="84" y="39"/>
                  <a:pt x="84" y="39"/>
                </a:cubicBezTo>
                <a:cubicBezTo>
                  <a:pt x="84" y="39"/>
                  <a:pt x="84" y="39"/>
                  <a:pt x="84" y="39"/>
                </a:cubicBezTo>
                <a:moveTo>
                  <a:pt x="174" y="99"/>
                </a:moveTo>
                <a:cubicBezTo>
                  <a:pt x="174" y="99"/>
                  <a:pt x="174" y="99"/>
                  <a:pt x="173" y="99"/>
                </a:cubicBezTo>
                <a:cubicBezTo>
                  <a:pt x="173" y="99"/>
                  <a:pt x="173" y="98"/>
                  <a:pt x="173" y="98"/>
                </a:cubicBezTo>
                <a:cubicBezTo>
                  <a:pt x="174" y="98"/>
                  <a:pt x="174" y="98"/>
                  <a:pt x="174" y="97"/>
                </a:cubicBezTo>
                <a:cubicBezTo>
                  <a:pt x="174" y="97"/>
                  <a:pt x="173" y="97"/>
                  <a:pt x="173" y="97"/>
                </a:cubicBezTo>
                <a:cubicBezTo>
                  <a:pt x="173" y="97"/>
                  <a:pt x="173" y="97"/>
                  <a:pt x="172" y="97"/>
                </a:cubicBezTo>
                <a:cubicBezTo>
                  <a:pt x="172" y="97"/>
                  <a:pt x="172" y="97"/>
                  <a:pt x="172" y="97"/>
                </a:cubicBezTo>
                <a:cubicBezTo>
                  <a:pt x="172" y="96"/>
                  <a:pt x="172" y="96"/>
                  <a:pt x="172" y="95"/>
                </a:cubicBezTo>
                <a:cubicBezTo>
                  <a:pt x="171" y="95"/>
                  <a:pt x="171" y="95"/>
                  <a:pt x="171" y="95"/>
                </a:cubicBezTo>
                <a:cubicBezTo>
                  <a:pt x="171" y="95"/>
                  <a:pt x="171" y="95"/>
                  <a:pt x="171" y="95"/>
                </a:cubicBezTo>
                <a:cubicBezTo>
                  <a:pt x="171" y="95"/>
                  <a:pt x="171" y="95"/>
                  <a:pt x="171" y="95"/>
                </a:cubicBezTo>
                <a:cubicBezTo>
                  <a:pt x="171" y="95"/>
                  <a:pt x="172" y="95"/>
                  <a:pt x="172" y="95"/>
                </a:cubicBezTo>
                <a:cubicBezTo>
                  <a:pt x="172" y="95"/>
                  <a:pt x="172" y="95"/>
                  <a:pt x="172" y="95"/>
                </a:cubicBezTo>
                <a:cubicBezTo>
                  <a:pt x="172" y="95"/>
                  <a:pt x="172" y="94"/>
                  <a:pt x="172" y="94"/>
                </a:cubicBezTo>
                <a:cubicBezTo>
                  <a:pt x="172" y="94"/>
                  <a:pt x="172" y="94"/>
                  <a:pt x="172" y="94"/>
                </a:cubicBezTo>
                <a:cubicBezTo>
                  <a:pt x="172" y="94"/>
                  <a:pt x="172" y="94"/>
                  <a:pt x="172" y="94"/>
                </a:cubicBezTo>
                <a:cubicBezTo>
                  <a:pt x="172" y="94"/>
                  <a:pt x="172" y="93"/>
                  <a:pt x="173" y="93"/>
                </a:cubicBezTo>
                <a:cubicBezTo>
                  <a:pt x="173" y="93"/>
                  <a:pt x="174" y="94"/>
                  <a:pt x="174" y="94"/>
                </a:cubicBezTo>
                <a:cubicBezTo>
                  <a:pt x="174" y="94"/>
                  <a:pt x="174" y="94"/>
                  <a:pt x="174" y="94"/>
                </a:cubicBezTo>
                <a:cubicBezTo>
                  <a:pt x="174" y="93"/>
                  <a:pt x="174" y="93"/>
                  <a:pt x="174" y="93"/>
                </a:cubicBezTo>
                <a:cubicBezTo>
                  <a:pt x="174" y="93"/>
                  <a:pt x="174" y="92"/>
                  <a:pt x="174" y="92"/>
                </a:cubicBezTo>
                <a:cubicBezTo>
                  <a:pt x="174" y="92"/>
                  <a:pt x="174" y="92"/>
                  <a:pt x="174" y="92"/>
                </a:cubicBezTo>
                <a:cubicBezTo>
                  <a:pt x="174" y="92"/>
                  <a:pt x="174" y="91"/>
                  <a:pt x="174" y="91"/>
                </a:cubicBezTo>
                <a:cubicBezTo>
                  <a:pt x="174" y="91"/>
                  <a:pt x="174" y="91"/>
                  <a:pt x="173" y="91"/>
                </a:cubicBezTo>
                <a:cubicBezTo>
                  <a:pt x="173" y="91"/>
                  <a:pt x="173" y="91"/>
                  <a:pt x="173" y="91"/>
                </a:cubicBezTo>
                <a:cubicBezTo>
                  <a:pt x="173" y="91"/>
                  <a:pt x="172" y="91"/>
                  <a:pt x="172" y="91"/>
                </a:cubicBezTo>
                <a:cubicBezTo>
                  <a:pt x="171" y="91"/>
                  <a:pt x="171" y="92"/>
                  <a:pt x="170" y="92"/>
                </a:cubicBezTo>
                <a:cubicBezTo>
                  <a:pt x="170" y="92"/>
                  <a:pt x="170" y="92"/>
                  <a:pt x="170" y="92"/>
                </a:cubicBezTo>
                <a:cubicBezTo>
                  <a:pt x="170" y="92"/>
                  <a:pt x="169" y="92"/>
                  <a:pt x="169" y="92"/>
                </a:cubicBezTo>
                <a:cubicBezTo>
                  <a:pt x="169" y="93"/>
                  <a:pt x="169" y="93"/>
                  <a:pt x="169" y="93"/>
                </a:cubicBezTo>
                <a:cubicBezTo>
                  <a:pt x="169" y="93"/>
                  <a:pt x="169" y="93"/>
                  <a:pt x="169" y="93"/>
                </a:cubicBezTo>
                <a:cubicBezTo>
                  <a:pt x="169" y="93"/>
                  <a:pt x="168" y="93"/>
                  <a:pt x="168" y="93"/>
                </a:cubicBezTo>
                <a:cubicBezTo>
                  <a:pt x="168" y="93"/>
                  <a:pt x="168" y="93"/>
                  <a:pt x="168" y="93"/>
                </a:cubicBezTo>
                <a:cubicBezTo>
                  <a:pt x="168" y="93"/>
                  <a:pt x="167" y="94"/>
                  <a:pt x="167" y="94"/>
                </a:cubicBezTo>
                <a:cubicBezTo>
                  <a:pt x="167" y="94"/>
                  <a:pt x="167" y="94"/>
                  <a:pt x="167" y="95"/>
                </a:cubicBezTo>
                <a:cubicBezTo>
                  <a:pt x="167" y="95"/>
                  <a:pt x="167" y="95"/>
                  <a:pt x="167" y="95"/>
                </a:cubicBezTo>
                <a:cubicBezTo>
                  <a:pt x="167" y="95"/>
                  <a:pt x="167" y="95"/>
                  <a:pt x="167" y="95"/>
                </a:cubicBezTo>
                <a:cubicBezTo>
                  <a:pt x="167" y="95"/>
                  <a:pt x="168" y="96"/>
                  <a:pt x="168" y="96"/>
                </a:cubicBezTo>
                <a:cubicBezTo>
                  <a:pt x="168" y="96"/>
                  <a:pt x="168" y="96"/>
                  <a:pt x="168" y="96"/>
                </a:cubicBezTo>
                <a:cubicBezTo>
                  <a:pt x="168" y="96"/>
                  <a:pt x="168" y="96"/>
                  <a:pt x="168" y="96"/>
                </a:cubicBezTo>
                <a:cubicBezTo>
                  <a:pt x="168" y="96"/>
                  <a:pt x="168" y="96"/>
                  <a:pt x="168" y="96"/>
                </a:cubicBezTo>
                <a:cubicBezTo>
                  <a:pt x="168" y="96"/>
                  <a:pt x="168" y="96"/>
                  <a:pt x="168" y="96"/>
                </a:cubicBezTo>
                <a:cubicBezTo>
                  <a:pt x="168" y="96"/>
                  <a:pt x="167" y="97"/>
                  <a:pt x="168" y="97"/>
                </a:cubicBezTo>
                <a:cubicBezTo>
                  <a:pt x="168" y="97"/>
                  <a:pt x="168" y="97"/>
                  <a:pt x="168" y="97"/>
                </a:cubicBezTo>
                <a:cubicBezTo>
                  <a:pt x="168" y="97"/>
                  <a:pt x="168" y="97"/>
                  <a:pt x="168" y="97"/>
                </a:cubicBezTo>
                <a:cubicBezTo>
                  <a:pt x="168" y="98"/>
                  <a:pt x="168" y="98"/>
                  <a:pt x="169" y="98"/>
                </a:cubicBezTo>
                <a:cubicBezTo>
                  <a:pt x="169" y="98"/>
                  <a:pt x="169" y="98"/>
                  <a:pt x="169" y="98"/>
                </a:cubicBezTo>
                <a:cubicBezTo>
                  <a:pt x="169" y="99"/>
                  <a:pt x="169" y="99"/>
                  <a:pt x="169" y="99"/>
                </a:cubicBezTo>
                <a:cubicBezTo>
                  <a:pt x="170" y="99"/>
                  <a:pt x="170" y="99"/>
                  <a:pt x="170" y="100"/>
                </a:cubicBezTo>
                <a:cubicBezTo>
                  <a:pt x="170" y="100"/>
                  <a:pt x="170" y="100"/>
                  <a:pt x="170" y="100"/>
                </a:cubicBezTo>
                <a:cubicBezTo>
                  <a:pt x="170" y="100"/>
                  <a:pt x="171" y="100"/>
                  <a:pt x="171" y="101"/>
                </a:cubicBezTo>
                <a:cubicBezTo>
                  <a:pt x="171" y="101"/>
                  <a:pt x="171" y="101"/>
                  <a:pt x="171" y="101"/>
                </a:cubicBezTo>
                <a:cubicBezTo>
                  <a:pt x="171" y="101"/>
                  <a:pt x="171" y="101"/>
                  <a:pt x="171" y="101"/>
                </a:cubicBezTo>
                <a:cubicBezTo>
                  <a:pt x="170" y="100"/>
                  <a:pt x="170" y="101"/>
                  <a:pt x="170" y="102"/>
                </a:cubicBezTo>
                <a:cubicBezTo>
                  <a:pt x="170" y="102"/>
                  <a:pt x="170" y="102"/>
                  <a:pt x="170" y="102"/>
                </a:cubicBezTo>
                <a:cubicBezTo>
                  <a:pt x="170" y="102"/>
                  <a:pt x="170" y="102"/>
                  <a:pt x="170" y="102"/>
                </a:cubicBezTo>
                <a:cubicBezTo>
                  <a:pt x="170" y="102"/>
                  <a:pt x="170" y="102"/>
                  <a:pt x="170" y="102"/>
                </a:cubicBezTo>
                <a:cubicBezTo>
                  <a:pt x="170" y="102"/>
                  <a:pt x="170" y="102"/>
                  <a:pt x="169" y="102"/>
                </a:cubicBezTo>
                <a:cubicBezTo>
                  <a:pt x="169" y="102"/>
                  <a:pt x="169" y="102"/>
                  <a:pt x="169" y="102"/>
                </a:cubicBezTo>
                <a:cubicBezTo>
                  <a:pt x="169" y="103"/>
                  <a:pt x="169" y="104"/>
                  <a:pt x="169" y="105"/>
                </a:cubicBezTo>
                <a:cubicBezTo>
                  <a:pt x="170" y="105"/>
                  <a:pt x="170" y="105"/>
                  <a:pt x="171" y="105"/>
                </a:cubicBezTo>
                <a:cubicBezTo>
                  <a:pt x="171" y="106"/>
                  <a:pt x="173" y="106"/>
                  <a:pt x="174" y="106"/>
                </a:cubicBezTo>
                <a:cubicBezTo>
                  <a:pt x="174" y="106"/>
                  <a:pt x="175" y="106"/>
                  <a:pt x="175" y="106"/>
                </a:cubicBezTo>
                <a:cubicBezTo>
                  <a:pt x="175" y="105"/>
                  <a:pt x="175" y="104"/>
                  <a:pt x="175" y="104"/>
                </a:cubicBezTo>
                <a:cubicBezTo>
                  <a:pt x="175" y="104"/>
                  <a:pt x="175" y="104"/>
                  <a:pt x="175" y="103"/>
                </a:cubicBezTo>
                <a:cubicBezTo>
                  <a:pt x="175" y="103"/>
                  <a:pt x="175" y="103"/>
                  <a:pt x="175" y="103"/>
                </a:cubicBezTo>
                <a:cubicBezTo>
                  <a:pt x="175" y="102"/>
                  <a:pt x="175" y="102"/>
                  <a:pt x="175" y="102"/>
                </a:cubicBezTo>
                <a:cubicBezTo>
                  <a:pt x="175" y="102"/>
                  <a:pt x="174" y="102"/>
                  <a:pt x="174" y="102"/>
                </a:cubicBezTo>
                <a:cubicBezTo>
                  <a:pt x="174" y="102"/>
                  <a:pt x="174" y="102"/>
                  <a:pt x="174" y="102"/>
                </a:cubicBezTo>
                <a:cubicBezTo>
                  <a:pt x="174" y="102"/>
                  <a:pt x="174" y="102"/>
                  <a:pt x="174" y="102"/>
                </a:cubicBezTo>
                <a:cubicBezTo>
                  <a:pt x="175" y="102"/>
                  <a:pt x="175" y="102"/>
                  <a:pt x="175" y="102"/>
                </a:cubicBezTo>
                <a:cubicBezTo>
                  <a:pt x="175" y="102"/>
                  <a:pt x="175" y="102"/>
                  <a:pt x="175" y="102"/>
                </a:cubicBezTo>
                <a:cubicBezTo>
                  <a:pt x="175" y="102"/>
                  <a:pt x="175" y="102"/>
                  <a:pt x="175" y="102"/>
                </a:cubicBezTo>
                <a:cubicBezTo>
                  <a:pt x="175" y="101"/>
                  <a:pt x="175" y="101"/>
                  <a:pt x="175" y="101"/>
                </a:cubicBezTo>
                <a:cubicBezTo>
                  <a:pt x="175" y="101"/>
                  <a:pt x="175" y="101"/>
                  <a:pt x="175" y="101"/>
                </a:cubicBezTo>
                <a:cubicBezTo>
                  <a:pt x="174" y="101"/>
                  <a:pt x="174" y="101"/>
                  <a:pt x="174" y="101"/>
                </a:cubicBezTo>
                <a:cubicBezTo>
                  <a:pt x="174" y="101"/>
                  <a:pt x="174" y="100"/>
                  <a:pt x="174" y="100"/>
                </a:cubicBezTo>
                <a:cubicBezTo>
                  <a:pt x="174" y="100"/>
                  <a:pt x="174" y="100"/>
                  <a:pt x="174" y="100"/>
                </a:cubicBezTo>
                <a:cubicBezTo>
                  <a:pt x="174"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6" y="100"/>
                  <a:pt x="176" y="100"/>
                  <a:pt x="176" y="100"/>
                </a:cubicBezTo>
                <a:cubicBezTo>
                  <a:pt x="176" y="100"/>
                  <a:pt x="176" y="100"/>
                  <a:pt x="176" y="100"/>
                </a:cubicBezTo>
                <a:cubicBezTo>
                  <a:pt x="176" y="100"/>
                  <a:pt x="176" y="100"/>
                  <a:pt x="176" y="100"/>
                </a:cubicBezTo>
                <a:cubicBezTo>
                  <a:pt x="176" y="100"/>
                  <a:pt x="176" y="100"/>
                  <a:pt x="176" y="100"/>
                </a:cubicBezTo>
                <a:cubicBezTo>
                  <a:pt x="176" y="99"/>
                  <a:pt x="176" y="99"/>
                  <a:pt x="175" y="99"/>
                </a:cubicBezTo>
                <a:cubicBezTo>
                  <a:pt x="175" y="99"/>
                  <a:pt x="175" y="98"/>
                  <a:pt x="175" y="98"/>
                </a:cubicBezTo>
                <a:cubicBezTo>
                  <a:pt x="175" y="98"/>
                  <a:pt x="174" y="98"/>
                  <a:pt x="174" y="98"/>
                </a:cubicBezTo>
                <a:cubicBezTo>
                  <a:pt x="174" y="99"/>
                  <a:pt x="174" y="99"/>
                  <a:pt x="174" y="100"/>
                </a:cubicBezTo>
                <a:cubicBezTo>
                  <a:pt x="174" y="99"/>
                  <a:pt x="174" y="99"/>
                  <a:pt x="174" y="99"/>
                </a:cubicBezTo>
                <a:cubicBezTo>
                  <a:pt x="174" y="99"/>
                  <a:pt x="174" y="99"/>
                  <a:pt x="174" y="99"/>
                </a:cubicBezTo>
                <a:cubicBezTo>
                  <a:pt x="174" y="99"/>
                  <a:pt x="174" y="99"/>
                  <a:pt x="174" y="99"/>
                </a:cubicBezTo>
                <a:moveTo>
                  <a:pt x="143" y="99"/>
                </a:moveTo>
                <a:cubicBezTo>
                  <a:pt x="143" y="99"/>
                  <a:pt x="143" y="99"/>
                  <a:pt x="143" y="99"/>
                </a:cubicBezTo>
                <a:cubicBezTo>
                  <a:pt x="143" y="99"/>
                  <a:pt x="143" y="99"/>
                  <a:pt x="143" y="99"/>
                </a:cubicBezTo>
                <a:cubicBezTo>
                  <a:pt x="143" y="99"/>
                  <a:pt x="143" y="99"/>
                  <a:pt x="143" y="99"/>
                </a:cubicBezTo>
                <a:cubicBezTo>
                  <a:pt x="143" y="99"/>
                  <a:pt x="143" y="99"/>
                  <a:pt x="143" y="99"/>
                </a:cubicBezTo>
                <a:cubicBezTo>
                  <a:pt x="143" y="99"/>
                  <a:pt x="143" y="99"/>
                  <a:pt x="143" y="99"/>
                </a:cubicBezTo>
                <a:moveTo>
                  <a:pt x="177" y="44"/>
                </a:moveTo>
                <a:cubicBezTo>
                  <a:pt x="178" y="44"/>
                  <a:pt x="178" y="44"/>
                  <a:pt x="178" y="44"/>
                </a:cubicBezTo>
                <a:cubicBezTo>
                  <a:pt x="178" y="46"/>
                  <a:pt x="177" y="45"/>
                  <a:pt x="177" y="47"/>
                </a:cubicBezTo>
                <a:cubicBezTo>
                  <a:pt x="177" y="48"/>
                  <a:pt x="177" y="49"/>
                  <a:pt x="178" y="49"/>
                </a:cubicBezTo>
                <a:cubicBezTo>
                  <a:pt x="178" y="49"/>
                  <a:pt x="179" y="49"/>
                  <a:pt x="179" y="50"/>
                </a:cubicBezTo>
                <a:cubicBezTo>
                  <a:pt x="178" y="50"/>
                  <a:pt x="178" y="50"/>
                  <a:pt x="177" y="50"/>
                </a:cubicBezTo>
                <a:cubicBezTo>
                  <a:pt x="177" y="50"/>
                  <a:pt x="177" y="50"/>
                  <a:pt x="176" y="50"/>
                </a:cubicBezTo>
                <a:cubicBezTo>
                  <a:pt x="176" y="50"/>
                  <a:pt x="176" y="50"/>
                  <a:pt x="176" y="50"/>
                </a:cubicBezTo>
                <a:cubicBezTo>
                  <a:pt x="175" y="50"/>
                  <a:pt x="175" y="50"/>
                  <a:pt x="175" y="50"/>
                </a:cubicBezTo>
                <a:cubicBezTo>
                  <a:pt x="175" y="49"/>
                  <a:pt x="175" y="49"/>
                  <a:pt x="175" y="49"/>
                </a:cubicBezTo>
                <a:cubicBezTo>
                  <a:pt x="175" y="49"/>
                  <a:pt x="175" y="49"/>
                  <a:pt x="176" y="49"/>
                </a:cubicBezTo>
                <a:cubicBezTo>
                  <a:pt x="175" y="49"/>
                  <a:pt x="174" y="48"/>
                  <a:pt x="174" y="48"/>
                </a:cubicBezTo>
                <a:cubicBezTo>
                  <a:pt x="173" y="48"/>
                  <a:pt x="173" y="48"/>
                  <a:pt x="172" y="48"/>
                </a:cubicBezTo>
                <a:cubicBezTo>
                  <a:pt x="172" y="48"/>
                  <a:pt x="172" y="48"/>
                  <a:pt x="172" y="48"/>
                </a:cubicBezTo>
                <a:cubicBezTo>
                  <a:pt x="172" y="47"/>
                  <a:pt x="172" y="47"/>
                  <a:pt x="172" y="47"/>
                </a:cubicBezTo>
                <a:cubicBezTo>
                  <a:pt x="173" y="47"/>
                  <a:pt x="173" y="47"/>
                  <a:pt x="173" y="47"/>
                </a:cubicBezTo>
                <a:cubicBezTo>
                  <a:pt x="174" y="47"/>
                  <a:pt x="174" y="46"/>
                  <a:pt x="174" y="46"/>
                </a:cubicBezTo>
                <a:cubicBezTo>
                  <a:pt x="174" y="46"/>
                  <a:pt x="174" y="46"/>
                  <a:pt x="173" y="45"/>
                </a:cubicBezTo>
                <a:cubicBezTo>
                  <a:pt x="173" y="45"/>
                  <a:pt x="174" y="45"/>
                  <a:pt x="174" y="45"/>
                </a:cubicBezTo>
                <a:cubicBezTo>
                  <a:pt x="174" y="45"/>
                  <a:pt x="174" y="45"/>
                  <a:pt x="174" y="45"/>
                </a:cubicBezTo>
                <a:cubicBezTo>
                  <a:pt x="175" y="44"/>
                  <a:pt x="175" y="44"/>
                  <a:pt x="175" y="44"/>
                </a:cubicBezTo>
                <a:cubicBezTo>
                  <a:pt x="176" y="44"/>
                  <a:pt x="177" y="44"/>
                  <a:pt x="177" y="44"/>
                </a:cubicBezTo>
                <a:moveTo>
                  <a:pt x="143" y="29"/>
                </a:moveTo>
                <a:cubicBezTo>
                  <a:pt x="142" y="29"/>
                  <a:pt x="142" y="29"/>
                  <a:pt x="142" y="30"/>
                </a:cubicBezTo>
                <a:cubicBezTo>
                  <a:pt x="141" y="30"/>
                  <a:pt x="141" y="30"/>
                  <a:pt x="141" y="30"/>
                </a:cubicBezTo>
                <a:cubicBezTo>
                  <a:pt x="140" y="30"/>
                  <a:pt x="140" y="30"/>
                  <a:pt x="140" y="30"/>
                </a:cubicBezTo>
                <a:cubicBezTo>
                  <a:pt x="139" y="30"/>
                  <a:pt x="138" y="30"/>
                  <a:pt x="137" y="30"/>
                </a:cubicBezTo>
                <a:cubicBezTo>
                  <a:pt x="137" y="30"/>
                  <a:pt x="137" y="30"/>
                  <a:pt x="137" y="30"/>
                </a:cubicBezTo>
                <a:cubicBezTo>
                  <a:pt x="137" y="29"/>
                  <a:pt x="137" y="29"/>
                  <a:pt x="138" y="28"/>
                </a:cubicBezTo>
                <a:cubicBezTo>
                  <a:pt x="138" y="28"/>
                  <a:pt x="138" y="28"/>
                  <a:pt x="138" y="28"/>
                </a:cubicBezTo>
                <a:cubicBezTo>
                  <a:pt x="136" y="28"/>
                  <a:pt x="134" y="29"/>
                  <a:pt x="133" y="28"/>
                </a:cubicBezTo>
                <a:cubicBezTo>
                  <a:pt x="133" y="28"/>
                  <a:pt x="133" y="28"/>
                  <a:pt x="133" y="28"/>
                </a:cubicBezTo>
                <a:cubicBezTo>
                  <a:pt x="134" y="28"/>
                  <a:pt x="134" y="28"/>
                  <a:pt x="134" y="27"/>
                </a:cubicBezTo>
                <a:cubicBezTo>
                  <a:pt x="135" y="27"/>
                  <a:pt x="135" y="27"/>
                  <a:pt x="135" y="26"/>
                </a:cubicBezTo>
                <a:cubicBezTo>
                  <a:pt x="135" y="26"/>
                  <a:pt x="136" y="27"/>
                  <a:pt x="136" y="27"/>
                </a:cubicBezTo>
                <a:cubicBezTo>
                  <a:pt x="137" y="28"/>
                  <a:pt x="137" y="27"/>
                  <a:pt x="138" y="28"/>
                </a:cubicBezTo>
                <a:cubicBezTo>
                  <a:pt x="138" y="28"/>
                  <a:pt x="138" y="27"/>
                  <a:pt x="138" y="27"/>
                </a:cubicBezTo>
                <a:cubicBezTo>
                  <a:pt x="139" y="27"/>
                  <a:pt x="139" y="27"/>
                  <a:pt x="139" y="26"/>
                </a:cubicBezTo>
                <a:cubicBezTo>
                  <a:pt x="139" y="27"/>
                  <a:pt x="139" y="27"/>
                  <a:pt x="139" y="28"/>
                </a:cubicBezTo>
                <a:cubicBezTo>
                  <a:pt x="139" y="28"/>
                  <a:pt x="139" y="28"/>
                  <a:pt x="139" y="28"/>
                </a:cubicBezTo>
                <a:cubicBezTo>
                  <a:pt x="140" y="27"/>
                  <a:pt x="140" y="27"/>
                  <a:pt x="141" y="27"/>
                </a:cubicBezTo>
                <a:cubicBezTo>
                  <a:pt x="141" y="27"/>
                  <a:pt x="141" y="27"/>
                  <a:pt x="141" y="27"/>
                </a:cubicBezTo>
                <a:cubicBezTo>
                  <a:pt x="141" y="27"/>
                  <a:pt x="141" y="27"/>
                  <a:pt x="141" y="27"/>
                </a:cubicBezTo>
                <a:cubicBezTo>
                  <a:pt x="142" y="27"/>
                  <a:pt x="142" y="27"/>
                  <a:pt x="143" y="27"/>
                </a:cubicBezTo>
                <a:cubicBezTo>
                  <a:pt x="143" y="27"/>
                  <a:pt x="143" y="28"/>
                  <a:pt x="144" y="28"/>
                </a:cubicBezTo>
                <a:cubicBezTo>
                  <a:pt x="144" y="28"/>
                  <a:pt x="144" y="28"/>
                  <a:pt x="144" y="28"/>
                </a:cubicBezTo>
                <a:cubicBezTo>
                  <a:pt x="144" y="28"/>
                  <a:pt x="144" y="28"/>
                  <a:pt x="144" y="28"/>
                </a:cubicBezTo>
                <a:lnTo>
                  <a:pt x="143" y="29"/>
                </a:lnTo>
                <a:close/>
                <a:moveTo>
                  <a:pt x="134" y="30"/>
                </a:moveTo>
                <a:cubicBezTo>
                  <a:pt x="135" y="30"/>
                  <a:pt x="135" y="30"/>
                  <a:pt x="135" y="30"/>
                </a:cubicBezTo>
                <a:cubicBezTo>
                  <a:pt x="136" y="30"/>
                  <a:pt x="136" y="31"/>
                  <a:pt x="136" y="31"/>
                </a:cubicBezTo>
                <a:cubicBezTo>
                  <a:pt x="136" y="31"/>
                  <a:pt x="136" y="31"/>
                  <a:pt x="136" y="31"/>
                </a:cubicBezTo>
                <a:cubicBezTo>
                  <a:pt x="135" y="31"/>
                  <a:pt x="135" y="32"/>
                  <a:pt x="135" y="32"/>
                </a:cubicBezTo>
                <a:cubicBezTo>
                  <a:pt x="134" y="32"/>
                  <a:pt x="134" y="33"/>
                  <a:pt x="134" y="33"/>
                </a:cubicBezTo>
                <a:cubicBezTo>
                  <a:pt x="134" y="34"/>
                  <a:pt x="134" y="34"/>
                  <a:pt x="134" y="34"/>
                </a:cubicBezTo>
                <a:cubicBezTo>
                  <a:pt x="133" y="34"/>
                  <a:pt x="133" y="34"/>
                  <a:pt x="133" y="34"/>
                </a:cubicBezTo>
                <a:cubicBezTo>
                  <a:pt x="132" y="35"/>
                  <a:pt x="132" y="35"/>
                  <a:pt x="132" y="36"/>
                </a:cubicBezTo>
                <a:cubicBezTo>
                  <a:pt x="132" y="36"/>
                  <a:pt x="132" y="36"/>
                  <a:pt x="132" y="36"/>
                </a:cubicBezTo>
                <a:cubicBezTo>
                  <a:pt x="131" y="36"/>
                  <a:pt x="129" y="35"/>
                  <a:pt x="129" y="35"/>
                </a:cubicBezTo>
                <a:cubicBezTo>
                  <a:pt x="129" y="35"/>
                  <a:pt x="129" y="35"/>
                  <a:pt x="129" y="35"/>
                </a:cubicBezTo>
                <a:cubicBezTo>
                  <a:pt x="129" y="34"/>
                  <a:pt x="129" y="34"/>
                  <a:pt x="129" y="34"/>
                </a:cubicBezTo>
                <a:cubicBezTo>
                  <a:pt x="130" y="34"/>
                  <a:pt x="131" y="34"/>
                  <a:pt x="132" y="34"/>
                </a:cubicBezTo>
                <a:cubicBezTo>
                  <a:pt x="131" y="34"/>
                  <a:pt x="131" y="33"/>
                  <a:pt x="131" y="33"/>
                </a:cubicBezTo>
                <a:cubicBezTo>
                  <a:pt x="130" y="33"/>
                  <a:pt x="130" y="34"/>
                  <a:pt x="129" y="34"/>
                </a:cubicBezTo>
                <a:cubicBezTo>
                  <a:pt x="128" y="34"/>
                  <a:pt x="128" y="33"/>
                  <a:pt x="128" y="33"/>
                </a:cubicBezTo>
                <a:cubicBezTo>
                  <a:pt x="128" y="33"/>
                  <a:pt x="128" y="33"/>
                  <a:pt x="128" y="33"/>
                </a:cubicBezTo>
                <a:cubicBezTo>
                  <a:pt x="129" y="33"/>
                  <a:pt x="131" y="33"/>
                  <a:pt x="131" y="32"/>
                </a:cubicBezTo>
                <a:cubicBezTo>
                  <a:pt x="131" y="32"/>
                  <a:pt x="131" y="32"/>
                  <a:pt x="131" y="32"/>
                </a:cubicBezTo>
                <a:cubicBezTo>
                  <a:pt x="131" y="32"/>
                  <a:pt x="130" y="31"/>
                  <a:pt x="130" y="31"/>
                </a:cubicBezTo>
                <a:cubicBezTo>
                  <a:pt x="129" y="31"/>
                  <a:pt x="129" y="32"/>
                  <a:pt x="128" y="32"/>
                </a:cubicBezTo>
                <a:cubicBezTo>
                  <a:pt x="127" y="33"/>
                  <a:pt x="126" y="31"/>
                  <a:pt x="126" y="31"/>
                </a:cubicBezTo>
                <a:cubicBezTo>
                  <a:pt x="126" y="31"/>
                  <a:pt x="126" y="31"/>
                  <a:pt x="127" y="30"/>
                </a:cubicBezTo>
                <a:cubicBezTo>
                  <a:pt x="127" y="30"/>
                  <a:pt x="126" y="30"/>
                  <a:pt x="126" y="30"/>
                </a:cubicBezTo>
                <a:cubicBezTo>
                  <a:pt x="126" y="30"/>
                  <a:pt x="126" y="30"/>
                  <a:pt x="125" y="30"/>
                </a:cubicBezTo>
                <a:cubicBezTo>
                  <a:pt x="125" y="30"/>
                  <a:pt x="125" y="29"/>
                  <a:pt x="125" y="29"/>
                </a:cubicBezTo>
                <a:cubicBezTo>
                  <a:pt x="125" y="29"/>
                  <a:pt x="125" y="29"/>
                  <a:pt x="126" y="29"/>
                </a:cubicBezTo>
                <a:cubicBezTo>
                  <a:pt x="126" y="29"/>
                  <a:pt x="126" y="29"/>
                  <a:pt x="127" y="29"/>
                </a:cubicBezTo>
                <a:cubicBezTo>
                  <a:pt x="127" y="29"/>
                  <a:pt x="127" y="28"/>
                  <a:pt x="128" y="28"/>
                </a:cubicBezTo>
                <a:cubicBezTo>
                  <a:pt x="128" y="29"/>
                  <a:pt x="128" y="29"/>
                  <a:pt x="128" y="29"/>
                </a:cubicBezTo>
                <a:cubicBezTo>
                  <a:pt x="128" y="29"/>
                  <a:pt x="128" y="30"/>
                  <a:pt x="129" y="30"/>
                </a:cubicBezTo>
                <a:cubicBezTo>
                  <a:pt x="129" y="30"/>
                  <a:pt x="129" y="30"/>
                  <a:pt x="129" y="30"/>
                </a:cubicBezTo>
                <a:cubicBezTo>
                  <a:pt x="129" y="29"/>
                  <a:pt x="129" y="29"/>
                  <a:pt x="129" y="29"/>
                </a:cubicBezTo>
                <a:cubicBezTo>
                  <a:pt x="129" y="28"/>
                  <a:pt x="129" y="28"/>
                  <a:pt x="129" y="29"/>
                </a:cubicBezTo>
                <a:cubicBezTo>
                  <a:pt x="130" y="29"/>
                  <a:pt x="130" y="30"/>
                  <a:pt x="131" y="30"/>
                </a:cubicBezTo>
                <a:cubicBezTo>
                  <a:pt x="131" y="30"/>
                  <a:pt x="131" y="30"/>
                  <a:pt x="131" y="30"/>
                </a:cubicBezTo>
                <a:cubicBezTo>
                  <a:pt x="131" y="30"/>
                  <a:pt x="130" y="29"/>
                  <a:pt x="131" y="28"/>
                </a:cubicBezTo>
                <a:cubicBezTo>
                  <a:pt x="131" y="28"/>
                  <a:pt x="131" y="28"/>
                  <a:pt x="131" y="28"/>
                </a:cubicBezTo>
                <a:cubicBezTo>
                  <a:pt x="131" y="28"/>
                  <a:pt x="132" y="28"/>
                  <a:pt x="132" y="28"/>
                </a:cubicBezTo>
                <a:cubicBezTo>
                  <a:pt x="133" y="28"/>
                  <a:pt x="133" y="28"/>
                  <a:pt x="133" y="28"/>
                </a:cubicBezTo>
                <a:cubicBezTo>
                  <a:pt x="133" y="28"/>
                  <a:pt x="133" y="28"/>
                  <a:pt x="133" y="28"/>
                </a:cubicBezTo>
                <a:cubicBezTo>
                  <a:pt x="133" y="29"/>
                  <a:pt x="133" y="29"/>
                  <a:pt x="133" y="29"/>
                </a:cubicBezTo>
                <a:cubicBezTo>
                  <a:pt x="133" y="30"/>
                  <a:pt x="133" y="30"/>
                  <a:pt x="133" y="30"/>
                </a:cubicBezTo>
                <a:cubicBezTo>
                  <a:pt x="133" y="29"/>
                  <a:pt x="133" y="29"/>
                  <a:pt x="134" y="29"/>
                </a:cubicBezTo>
                <a:cubicBezTo>
                  <a:pt x="134" y="29"/>
                  <a:pt x="134" y="30"/>
                  <a:pt x="134" y="30"/>
                </a:cubicBezTo>
                <a:moveTo>
                  <a:pt x="112" y="85"/>
                </a:moveTo>
                <a:cubicBezTo>
                  <a:pt x="112" y="85"/>
                  <a:pt x="112" y="85"/>
                  <a:pt x="112" y="85"/>
                </a:cubicBezTo>
                <a:cubicBezTo>
                  <a:pt x="113" y="85"/>
                  <a:pt x="114" y="85"/>
                  <a:pt x="114" y="85"/>
                </a:cubicBezTo>
                <a:cubicBezTo>
                  <a:pt x="114" y="85"/>
                  <a:pt x="114" y="85"/>
                  <a:pt x="114" y="85"/>
                </a:cubicBezTo>
                <a:cubicBezTo>
                  <a:pt x="114" y="85"/>
                  <a:pt x="114" y="85"/>
                  <a:pt x="114" y="85"/>
                </a:cubicBezTo>
                <a:cubicBezTo>
                  <a:pt x="113" y="85"/>
                  <a:pt x="113" y="85"/>
                  <a:pt x="113" y="85"/>
                </a:cubicBezTo>
                <a:cubicBezTo>
                  <a:pt x="113" y="85"/>
                  <a:pt x="113" y="86"/>
                  <a:pt x="112" y="86"/>
                </a:cubicBezTo>
                <a:cubicBezTo>
                  <a:pt x="112" y="86"/>
                  <a:pt x="112" y="86"/>
                  <a:pt x="112" y="86"/>
                </a:cubicBezTo>
                <a:cubicBezTo>
                  <a:pt x="111" y="86"/>
                  <a:pt x="111" y="86"/>
                  <a:pt x="111" y="86"/>
                </a:cubicBezTo>
                <a:cubicBezTo>
                  <a:pt x="111" y="86"/>
                  <a:pt x="111" y="86"/>
                  <a:pt x="111" y="86"/>
                </a:cubicBezTo>
                <a:cubicBezTo>
                  <a:pt x="110" y="86"/>
                  <a:pt x="110" y="86"/>
                  <a:pt x="110" y="86"/>
                </a:cubicBezTo>
                <a:cubicBezTo>
                  <a:pt x="110" y="86"/>
                  <a:pt x="110" y="86"/>
                  <a:pt x="110" y="86"/>
                </a:cubicBezTo>
                <a:cubicBezTo>
                  <a:pt x="109" y="86"/>
                  <a:pt x="109" y="86"/>
                  <a:pt x="108" y="86"/>
                </a:cubicBezTo>
                <a:cubicBezTo>
                  <a:pt x="108" y="87"/>
                  <a:pt x="108" y="86"/>
                  <a:pt x="107" y="86"/>
                </a:cubicBezTo>
                <a:cubicBezTo>
                  <a:pt x="107" y="86"/>
                  <a:pt x="107" y="86"/>
                  <a:pt x="107" y="86"/>
                </a:cubicBezTo>
                <a:cubicBezTo>
                  <a:pt x="106" y="86"/>
                  <a:pt x="106" y="87"/>
                  <a:pt x="106" y="87"/>
                </a:cubicBezTo>
                <a:cubicBezTo>
                  <a:pt x="106" y="87"/>
                  <a:pt x="106" y="87"/>
                  <a:pt x="106" y="87"/>
                </a:cubicBezTo>
                <a:cubicBezTo>
                  <a:pt x="106" y="87"/>
                  <a:pt x="105" y="87"/>
                  <a:pt x="105" y="87"/>
                </a:cubicBezTo>
                <a:cubicBezTo>
                  <a:pt x="105" y="87"/>
                  <a:pt x="105" y="87"/>
                  <a:pt x="105" y="86"/>
                </a:cubicBezTo>
                <a:cubicBezTo>
                  <a:pt x="106" y="86"/>
                  <a:pt x="107" y="86"/>
                  <a:pt x="107" y="85"/>
                </a:cubicBezTo>
                <a:cubicBezTo>
                  <a:pt x="107" y="85"/>
                  <a:pt x="107" y="85"/>
                  <a:pt x="107" y="85"/>
                </a:cubicBezTo>
                <a:cubicBezTo>
                  <a:pt x="108" y="85"/>
                  <a:pt x="108" y="85"/>
                  <a:pt x="108" y="85"/>
                </a:cubicBezTo>
                <a:cubicBezTo>
                  <a:pt x="108" y="85"/>
                  <a:pt x="109" y="84"/>
                  <a:pt x="109" y="84"/>
                </a:cubicBezTo>
                <a:cubicBezTo>
                  <a:pt x="109" y="84"/>
                  <a:pt x="108" y="85"/>
                  <a:pt x="108" y="85"/>
                </a:cubicBezTo>
                <a:cubicBezTo>
                  <a:pt x="108" y="85"/>
                  <a:pt x="108" y="85"/>
                  <a:pt x="108" y="85"/>
                </a:cubicBezTo>
                <a:cubicBezTo>
                  <a:pt x="108" y="85"/>
                  <a:pt x="108" y="85"/>
                  <a:pt x="108" y="85"/>
                </a:cubicBezTo>
                <a:cubicBezTo>
                  <a:pt x="108" y="84"/>
                  <a:pt x="107" y="84"/>
                  <a:pt x="107" y="84"/>
                </a:cubicBezTo>
                <a:cubicBezTo>
                  <a:pt x="107" y="84"/>
                  <a:pt x="107" y="84"/>
                  <a:pt x="106" y="84"/>
                </a:cubicBezTo>
                <a:cubicBezTo>
                  <a:pt x="106" y="84"/>
                  <a:pt x="106" y="84"/>
                  <a:pt x="106" y="84"/>
                </a:cubicBezTo>
                <a:cubicBezTo>
                  <a:pt x="106" y="84"/>
                  <a:pt x="106" y="84"/>
                  <a:pt x="106" y="84"/>
                </a:cubicBezTo>
                <a:cubicBezTo>
                  <a:pt x="106" y="84"/>
                  <a:pt x="107" y="84"/>
                  <a:pt x="107" y="83"/>
                </a:cubicBezTo>
                <a:cubicBezTo>
                  <a:pt x="107" y="83"/>
                  <a:pt x="107" y="83"/>
                  <a:pt x="107" y="82"/>
                </a:cubicBezTo>
                <a:cubicBezTo>
                  <a:pt x="107" y="82"/>
                  <a:pt x="107" y="82"/>
                  <a:pt x="107" y="82"/>
                </a:cubicBezTo>
                <a:cubicBezTo>
                  <a:pt x="107" y="82"/>
                  <a:pt x="107" y="82"/>
                  <a:pt x="107" y="82"/>
                </a:cubicBezTo>
                <a:cubicBezTo>
                  <a:pt x="107" y="82"/>
                  <a:pt x="107" y="82"/>
                  <a:pt x="107" y="82"/>
                </a:cubicBezTo>
                <a:cubicBezTo>
                  <a:pt x="107" y="82"/>
                  <a:pt x="108" y="82"/>
                  <a:pt x="109" y="82"/>
                </a:cubicBezTo>
                <a:cubicBezTo>
                  <a:pt x="109" y="82"/>
                  <a:pt x="109" y="82"/>
                  <a:pt x="109" y="82"/>
                </a:cubicBezTo>
                <a:cubicBezTo>
                  <a:pt x="108" y="81"/>
                  <a:pt x="109" y="81"/>
                  <a:pt x="109" y="80"/>
                </a:cubicBezTo>
                <a:cubicBezTo>
                  <a:pt x="109" y="80"/>
                  <a:pt x="109" y="80"/>
                  <a:pt x="109" y="80"/>
                </a:cubicBezTo>
                <a:cubicBezTo>
                  <a:pt x="108" y="80"/>
                  <a:pt x="108" y="80"/>
                  <a:pt x="108" y="80"/>
                </a:cubicBezTo>
                <a:cubicBezTo>
                  <a:pt x="108" y="80"/>
                  <a:pt x="108" y="80"/>
                  <a:pt x="108" y="80"/>
                </a:cubicBezTo>
                <a:cubicBezTo>
                  <a:pt x="108" y="80"/>
                  <a:pt x="108" y="79"/>
                  <a:pt x="108" y="79"/>
                </a:cubicBezTo>
                <a:cubicBezTo>
                  <a:pt x="108" y="79"/>
                  <a:pt x="108" y="79"/>
                  <a:pt x="107" y="79"/>
                </a:cubicBezTo>
                <a:cubicBezTo>
                  <a:pt x="107" y="79"/>
                  <a:pt x="107" y="79"/>
                  <a:pt x="107" y="79"/>
                </a:cubicBezTo>
                <a:cubicBezTo>
                  <a:pt x="107" y="79"/>
                  <a:pt x="107" y="79"/>
                  <a:pt x="107" y="79"/>
                </a:cubicBezTo>
                <a:cubicBezTo>
                  <a:pt x="106" y="79"/>
                  <a:pt x="106" y="79"/>
                  <a:pt x="106" y="79"/>
                </a:cubicBezTo>
                <a:cubicBezTo>
                  <a:pt x="106" y="79"/>
                  <a:pt x="107" y="78"/>
                  <a:pt x="107" y="78"/>
                </a:cubicBezTo>
                <a:cubicBezTo>
                  <a:pt x="106" y="78"/>
                  <a:pt x="106" y="78"/>
                  <a:pt x="106" y="78"/>
                </a:cubicBezTo>
                <a:cubicBezTo>
                  <a:pt x="106" y="78"/>
                  <a:pt x="107" y="78"/>
                  <a:pt x="107" y="77"/>
                </a:cubicBezTo>
                <a:cubicBezTo>
                  <a:pt x="107" y="77"/>
                  <a:pt x="107" y="77"/>
                  <a:pt x="107" y="77"/>
                </a:cubicBezTo>
                <a:cubicBezTo>
                  <a:pt x="106" y="77"/>
                  <a:pt x="106" y="77"/>
                  <a:pt x="106" y="77"/>
                </a:cubicBezTo>
                <a:cubicBezTo>
                  <a:pt x="106" y="77"/>
                  <a:pt x="106" y="77"/>
                  <a:pt x="106" y="78"/>
                </a:cubicBezTo>
                <a:cubicBezTo>
                  <a:pt x="106" y="78"/>
                  <a:pt x="106" y="78"/>
                  <a:pt x="106" y="78"/>
                </a:cubicBezTo>
                <a:cubicBezTo>
                  <a:pt x="105" y="77"/>
                  <a:pt x="106" y="77"/>
                  <a:pt x="106" y="76"/>
                </a:cubicBezTo>
                <a:cubicBezTo>
                  <a:pt x="106" y="76"/>
                  <a:pt x="106" y="76"/>
                  <a:pt x="106" y="76"/>
                </a:cubicBezTo>
                <a:cubicBezTo>
                  <a:pt x="106" y="76"/>
                  <a:pt x="106" y="76"/>
                  <a:pt x="106" y="76"/>
                </a:cubicBezTo>
                <a:cubicBezTo>
                  <a:pt x="105" y="76"/>
                  <a:pt x="105" y="76"/>
                  <a:pt x="105" y="77"/>
                </a:cubicBezTo>
                <a:cubicBezTo>
                  <a:pt x="105" y="77"/>
                  <a:pt x="105" y="77"/>
                  <a:pt x="105" y="76"/>
                </a:cubicBezTo>
                <a:cubicBezTo>
                  <a:pt x="105" y="76"/>
                  <a:pt x="105" y="76"/>
                  <a:pt x="105" y="76"/>
                </a:cubicBezTo>
                <a:cubicBezTo>
                  <a:pt x="105" y="75"/>
                  <a:pt x="105" y="75"/>
                  <a:pt x="105" y="75"/>
                </a:cubicBezTo>
                <a:cubicBezTo>
                  <a:pt x="105" y="75"/>
                  <a:pt x="106" y="75"/>
                  <a:pt x="106" y="75"/>
                </a:cubicBezTo>
                <a:cubicBezTo>
                  <a:pt x="106" y="75"/>
                  <a:pt x="105" y="75"/>
                  <a:pt x="105" y="75"/>
                </a:cubicBezTo>
                <a:cubicBezTo>
                  <a:pt x="105" y="74"/>
                  <a:pt x="105" y="74"/>
                  <a:pt x="106" y="74"/>
                </a:cubicBezTo>
                <a:cubicBezTo>
                  <a:pt x="106" y="74"/>
                  <a:pt x="106" y="74"/>
                  <a:pt x="106" y="74"/>
                </a:cubicBezTo>
                <a:cubicBezTo>
                  <a:pt x="106" y="74"/>
                  <a:pt x="106" y="74"/>
                  <a:pt x="106" y="74"/>
                </a:cubicBezTo>
                <a:cubicBezTo>
                  <a:pt x="106" y="74"/>
                  <a:pt x="106" y="74"/>
                  <a:pt x="106" y="74"/>
                </a:cubicBezTo>
                <a:cubicBezTo>
                  <a:pt x="106" y="73"/>
                  <a:pt x="106" y="73"/>
                  <a:pt x="106" y="73"/>
                </a:cubicBezTo>
                <a:cubicBezTo>
                  <a:pt x="106" y="73"/>
                  <a:pt x="106" y="73"/>
                  <a:pt x="106" y="73"/>
                </a:cubicBezTo>
                <a:cubicBezTo>
                  <a:pt x="106" y="73"/>
                  <a:pt x="107" y="73"/>
                  <a:pt x="107" y="73"/>
                </a:cubicBezTo>
                <a:cubicBezTo>
                  <a:pt x="107" y="73"/>
                  <a:pt x="108" y="73"/>
                  <a:pt x="108" y="73"/>
                </a:cubicBezTo>
                <a:cubicBezTo>
                  <a:pt x="108" y="73"/>
                  <a:pt x="109" y="73"/>
                  <a:pt x="108" y="73"/>
                </a:cubicBezTo>
                <a:cubicBezTo>
                  <a:pt x="108" y="74"/>
                  <a:pt x="107" y="74"/>
                  <a:pt x="107" y="75"/>
                </a:cubicBezTo>
                <a:cubicBezTo>
                  <a:pt x="107" y="75"/>
                  <a:pt x="107" y="75"/>
                  <a:pt x="107" y="75"/>
                </a:cubicBezTo>
                <a:cubicBezTo>
                  <a:pt x="108" y="75"/>
                  <a:pt x="109" y="74"/>
                  <a:pt x="110" y="75"/>
                </a:cubicBezTo>
                <a:cubicBezTo>
                  <a:pt x="110" y="75"/>
                  <a:pt x="110" y="75"/>
                  <a:pt x="110" y="75"/>
                </a:cubicBezTo>
                <a:cubicBezTo>
                  <a:pt x="109" y="76"/>
                  <a:pt x="109" y="77"/>
                  <a:pt x="108" y="77"/>
                </a:cubicBezTo>
                <a:cubicBezTo>
                  <a:pt x="108" y="77"/>
                  <a:pt x="108" y="77"/>
                  <a:pt x="108" y="77"/>
                </a:cubicBezTo>
                <a:cubicBezTo>
                  <a:pt x="109" y="77"/>
                  <a:pt x="109" y="77"/>
                  <a:pt x="109" y="77"/>
                </a:cubicBezTo>
                <a:cubicBezTo>
                  <a:pt x="109" y="77"/>
                  <a:pt x="109" y="77"/>
                  <a:pt x="109" y="77"/>
                </a:cubicBezTo>
                <a:cubicBezTo>
                  <a:pt x="109" y="77"/>
                  <a:pt x="108" y="77"/>
                  <a:pt x="108" y="77"/>
                </a:cubicBezTo>
                <a:cubicBezTo>
                  <a:pt x="108" y="77"/>
                  <a:pt x="108" y="77"/>
                  <a:pt x="108" y="77"/>
                </a:cubicBezTo>
                <a:cubicBezTo>
                  <a:pt x="108" y="78"/>
                  <a:pt x="108" y="77"/>
                  <a:pt x="109" y="77"/>
                </a:cubicBezTo>
                <a:cubicBezTo>
                  <a:pt x="109" y="77"/>
                  <a:pt x="110" y="78"/>
                  <a:pt x="110" y="78"/>
                </a:cubicBezTo>
                <a:cubicBezTo>
                  <a:pt x="110" y="79"/>
                  <a:pt x="110" y="79"/>
                  <a:pt x="110" y="79"/>
                </a:cubicBezTo>
                <a:cubicBezTo>
                  <a:pt x="111" y="80"/>
                  <a:pt x="111" y="79"/>
                  <a:pt x="111" y="80"/>
                </a:cubicBezTo>
                <a:cubicBezTo>
                  <a:pt x="111" y="80"/>
                  <a:pt x="111" y="80"/>
                  <a:pt x="112" y="80"/>
                </a:cubicBezTo>
                <a:cubicBezTo>
                  <a:pt x="112" y="81"/>
                  <a:pt x="112" y="81"/>
                  <a:pt x="112" y="81"/>
                </a:cubicBezTo>
                <a:cubicBezTo>
                  <a:pt x="112" y="82"/>
                  <a:pt x="113" y="82"/>
                  <a:pt x="112" y="82"/>
                </a:cubicBezTo>
                <a:cubicBezTo>
                  <a:pt x="112" y="82"/>
                  <a:pt x="112" y="83"/>
                  <a:pt x="112" y="83"/>
                </a:cubicBezTo>
                <a:cubicBezTo>
                  <a:pt x="113" y="82"/>
                  <a:pt x="114" y="82"/>
                  <a:pt x="114" y="83"/>
                </a:cubicBezTo>
                <a:cubicBezTo>
                  <a:pt x="114" y="83"/>
                  <a:pt x="114" y="83"/>
                  <a:pt x="114" y="83"/>
                </a:cubicBezTo>
                <a:cubicBezTo>
                  <a:pt x="114" y="84"/>
                  <a:pt x="113" y="84"/>
                  <a:pt x="112" y="85"/>
                </a:cubicBezTo>
                <a:moveTo>
                  <a:pt x="106" y="78"/>
                </a:moveTo>
                <a:cubicBezTo>
                  <a:pt x="106" y="78"/>
                  <a:pt x="106" y="78"/>
                  <a:pt x="106" y="78"/>
                </a:cubicBezTo>
                <a:cubicBezTo>
                  <a:pt x="106" y="78"/>
                  <a:pt x="106" y="78"/>
                  <a:pt x="105" y="78"/>
                </a:cubicBezTo>
                <a:cubicBezTo>
                  <a:pt x="105" y="78"/>
                  <a:pt x="105" y="78"/>
                  <a:pt x="105" y="78"/>
                </a:cubicBezTo>
                <a:cubicBezTo>
                  <a:pt x="105" y="78"/>
                  <a:pt x="105" y="78"/>
                  <a:pt x="105" y="78"/>
                </a:cubicBezTo>
                <a:cubicBezTo>
                  <a:pt x="105" y="78"/>
                  <a:pt x="105" y="78"/>
                  <a:pt x="106" y="78"/>
                </a:cubicBezTo>
                <a:moveTo>
                  <a:pt x="105" y="80"/>
                </a:moveTo>
                <a:cubicBezTo>
                  <a:pt x="105" y="80"/>
                  <a:pt x="105" y="81"/>
                  <a:pt x="104" y="81"/>
                </a:cubicBezTo>
                <a:cubicBezTo>
                  <a:pt x="105" y="81"/>
                  <a:pt x="105" y="82"/>
                  <a:pt x="105" y="82"/>
                </a:cubicBezTo>
                <a:cubicBezTo>
                  <a:pt x="105" y="83"/>
                  <a:pt x="105" y="83"/>
                  <a:pt x="105" y="83"/>
                </a:cubicBezTo>
                <a:cubicBezTo>
                  <a:pt x="104" y="83"/>
                  <a:pt x="104" y="83"/>
                  <a:pt x="104" y="83"/>
                </a:cubicBezTo>
                <a:cubicBezTo>
                  <a:pt x="104" y="83"/>
                  <a:pt x="104" y="83"/>
                  <a:pt x="104" y="84"/>
                </a:cubicBezTo>
                <a:cubicBezTo>
                  <a:pt x="104" y="84"/>
                  <a:pt x="103" y="84"/>
                  <a:pt x="103" y="84"/>
                </a:cubicBezTo>
                <a:cubicBezTo>
                  <a:pt x="103" y="84"/>
                  <a:pt x="102" y="84"/>
                  <a:pt x="102" y="84"/>
                </a:cubicBezTo>
                <a:cubicBezTo>
                  <a:pt x="102" y="84"/>
                  <a:pt x="102" y="84"/>
                  <a:pt x="102" y="84"/>
                </a:cubicBezTo>
                <a:cubicBezTo>
                  <a:pt x="101" y="84"/>
                  <a:pt x="101" y="85"/>
                  <a:pt x="101" y="85"/>
                </a:cubicBezTo>
                <a:cubicBezTo>
                  <a:pt x="101" y="84"/>
                  <a:pt x="101" y="84"/>
                  <a:pt x="101"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3"/>
                  <a:pt x="100" y="83"/>
                  <a:pt x="100" y="83"/>
                </a:cubicBezTo>
                <a:cubicBezTo>
                  <a:pt x="100" y="83"/>
                  <a:pt x="100" y="83"/>
                  <a:pt x="101" y="83"/>
                </a:cubicBezTo>
                <a:cubicBezTo>
                  <a:pt x="101" y="83"/>
                  <a:pt x="101" y="83"/>
                  <a:pt x="101" y="83"/>
                </a:cubicBezTo>
                <a:cubicBezTo>
                  <a:pt x="101" y="83"/>
                  <a:pt x="101" y="83"/>
                  <a:pt x="101" y="83"/>
                </a:cubicBezTo>
                <a:cubicBezTo>
                  <a:pt x="101" y="83"/>
                  <a:pt x="101" y="83"/>
                  <a:pt x="101" y="83"/>
                </a:cubicBezTo>
                <a:cubicBezTo>
                  <a:pt x="101" y="83"/>
                  <a:pt x="101" y="83"/>
                  <a:pt x="101" y="83"/>
                </a:cubicBezTo>
                <a:cubicBezTo>
                  <a:pt x="101" y="83"/>
                  <a:pt x="101" y="82"/>
                  <a:pt x="101" y="82"/>
                </a:cubicBezTo>
                <a:cubicBezTo>
                  <a:pt x="101" y="82"/>
                  <a:pt x="101" y="82"/>
                  <a:pt x="101" y="82"/>
                </a:cubicBezTo>
                <a:cubicBezTo>
                  <a:pt x="101" y="82"/>
                  <a:pt x="101" y="82"/>
                  <a:pt x="102" y="82"/>
                </a:cubicBezTo>
                <a:cubicBezTo>
                  <a:pt x="102" y="82"/>
                  <a:pt x="102" y="82"/>
                  <a:pt x="102" y="82"/>
                </a:cubicBezTo>
                <a:cubicBezTo>
                  <a:pt x="101" y="82"/>
                  <a:pt x="100" y="82"/>
                  <a:pt x="100" y="81"/>
                </a:cubicBezTo>
                <a:cubicBezTo>
                  <a:pt x="100" y="81"/>
                  <a:pt x="100" y="81"/>
                  <a:pt x="100" y="81"/>
                </a:cubicBezTo>
                <a:cubicBezTo>
                  <a:pt x="100" y="81"/>
                  <a:pt x="100" y="81"/>
                  <a:pt x="100" y="81"/>
                </a:cubicBezTo>
                <a:cubicBezTo>
                  <a:pt x="100" y="81"/>
                  <a:pt x="100" y="81"/>
                  <a:pt x="101" y="81"/>
                </a:cubicBezTo>
                <a:cubicBezTo>
                  <a:pt x="100" y="81"/>
                  <a:pt x="101" y="81"/>
                  <a:pt x="101" y="81"/>
                </a:cubicBezTo>
                <a:cubicBezTo>
                  <a:pt x="101" y="81"/>
                  <a:pt x="101" y="81"/>
                  <a:pt x="101" y="81"/>
                </a:cubicBezTo>
                <a:cubicBezTo>
                  <a:pt x="100" y="81"/>
                  <a:pt x="100" y="81"/>
                  <a:pt x="100" y="81"/>
                </a:cubicBezTo>
                <a:cubicBezTo>
                  <a:pt x="100" y="81"/>
                  <a:pt x="100" y="81"/>
                  <a:pt x="100" y="81"/>
                </a:cubicBezTo>
                <a:cubicBezTo>
                  <a:pt x="100" y="80"/>
                  <a:pt x="100" y="80"/>
                  <a:pt x="100" y="80"/>
                </a:cubicBezTo>
                <a:cubicBezTo>
                  <a:pt x="101" y="80"/>
                  <a:pt x="101" y="80"/>
                  <a:pt x="102" y="80"/>
                </a:cubicBezTo>
                <a:cubicBezTo>
                  <a:pt x="102" y="80"/>
                  <a:pt x="102" y="80"/>
                  <a:pt x="102" y="80"/>
                </a:cubicBezTo>
                <a:cubicBezTo>
                  <a:pt x="102" y="80"/>
                  <a:pt x="102" y="80"/>
                  <a:pt x="102" y="79"/>
                </a:cubicBezTo>
                <a:cubicBezTo>
                  <a:pt x="102" y="79"/>
                  <a:pt x="102" y="79"/>
                  <a:pt x="102" y="79"/>
                </a:cubicBezTo>
                <a:cubicBezTo>
                  <a:pt x="102" y="79"/>
                  <a:pt x="102" y="79"/>
                  <a:pt x="102" y="79"/>
                </a:cubicBezTo>
                <a:cubicBezTo>
                  <a:pt x="102" y="79"/>
                  <a:pt x="102" y="79"/>
                  <a:pt x="102" y="79"/>
                </a:cubicBezTo>
                <a:cubicBezTo>
                  <a:pt x="102" y="79"/>
                  <a:pt x="102" y="79"/>
                  <a:pt x="103" y="78"/>
                </a:cubicBezTo>
                <a:cubicBezTo>
                  <a:pt x="103" y="79"/>
                  <a:pt x="103" y="79"/>
                  <a:pt x="103" y="79"/>
                </a:cubicBezTo>
                <a:cubicBezTo>
                  <a:pt x="104" y="79"/>
                  <a:pt x="105" y="78"/>
                  <a:pt x="105" y="79"/>
                </a:cubicBezTo>
                <a:cubicBezTo>
                  <a:pt x="105" y="79"/>
                  <a:pt x="105" y="80"/>
                  <a:pt x="105" y="80"/>
                </a:cubicBezTo>
                <a:moveTo>
                  <a:pt x="100" y="113"/>
                </a:moveTo>
                <a:cubicBezTo>
                  <a:pt x="101" y="112"/>
                  <a:pt x="101" y="112"/>
                  <a:pt x="101" y="112"/>
                </a:cubicBezTo>
                <a:cubicBezTo>
                  <a:pt x="101" y="112"/>
                  <a:pt x="101" y="111"/>
                  <a:pt x="101" y="111"/>
                </a:cubicBezTo>
                <a:cubicBezTo>
                  <a:pt x="101" y="111"/>
                  <a:pt x="102" y="110"/>
                  <a:pt x="102" y="110"/>
                </a:cubicBezTo>
                <a:cubicBezTo>
                  <a:pt x="103" y="110"/>
                  <a:pt x="104" y="110"/>
                  <a:pt x="104" y="109"/>
                </a:cubicBezTo>
                <a:cubicBezTo>
                  <a:pt x="104" y="109"/>
                  <a:pt x="105" y="107"/>
                  <a:pt x="105" y="107"/>
                </a:cubicBezTo>
                <a:cubicBezTo>
                  <a:pt x="105" y="107"/>
                  <a:pt x="105" y="107"/>
                  <a:pt x="105" y="107"/>
                </a:cubicBezTo>
                <a:cubicBezTo>
                  <a:pt x="106" y="107"/>
                  <a:pt x="106" y="108"/>
                  <a:pt x="107" y="108"/>
                </a:cubicBezTo>
                <a:cubicBezTo>
                  <a:pt x="107" y="108"/>
                  <a:pt x="108" y="107"/>
                  <a:pt x="109" y="107"/>
                </a:cubicBezTo>
                <a:cubicBezTo>
                  <a:pt x="109" y="108"/>
                  <a:pt x="109" y="108"/>
                  <a:pt x="110" y="108"/>
                </a:cubicBezTo>
                <a:cubicBezTo>
                  <a:pt x="110" y="108"/>
                  <a:pt x="110" y="107"/>
                  <a:pt x="111" y="107"/>
                </a:cubicBezTo>
                <a:cubicBezTo>
                  <a:pt x="111" y="107"/>
                  <a:pt x="111" y="107"/>
                  <a:pt x="112" y="107"/>
                </a:cubicBezTo>
                <a:cubicBezTo>
                  <a:pt x="112" y="107"/>
                  <a:pt x="112" y="107"/>
                  <a:pt x="112" y="107"/>
                </a:cubicBezTo>
                <a:cubicBezTo>
                  <a:pt x="112" y="107"/>
                  <a:pt x="112" y="106"/>
                  <a:pt x="113" y="106"/>
                </a:cubicBezTo>
                <a:cubicBezTo>
                  <a:pt x="113" y="106"/>
                  <a:pt x="114" y="106"/>
                  <a:pt x="115" y="106"/>
                </a:cubicBezTo>
                <a:cubicBezTo>
                  <a:pt x="115" y="106"/>
                  <a:pt x="115" y="106"/>
                  <a:pt x="115" y="106"/>
                </a:cubicBezTo>
                <a:cubicBezTo>
                  <a:pt x="115" y="106"/>
                  <a:pt x="116" y="106"/>
                  <a:pt x="116" y="106"/>
                </a:cubicBezTo>
                <a:cubicBezTo>
                  <a:pt x="116" y="106"/>
                  <a:pt x="116" y="106"/>
                  <a:pt x="116" y="105"/>
                </a:cubicBezTo>
                <a:cubicBezTo>
                  <a:pt x="117" y="105"/>
                  <a:pt x="118" y="106"/>
                  <a:pt x="118" y="106"/>
                </a:cubicBezTo>
                <a:cubicBezTo>
                  <a:pt x="119" y="106"/>
                  <a:pt x="119" y="105"/>
                  <a:pt x="119" y="105"/>
                </a:cubicBezTo>
                <a:cubicBezTo>
                  <a:pt x="120" y="105"/>
                  <a:pt x="120" y="105"/>
                  <a:pt x="120" y="105"/>
                </a:cubicBezTo>
                <a:cubicBezTo>
                  <a:pt x="120" y="105"/>
                  <a:pt x="120" y="105"/>
                  <a:pt x="121" y="105"/>
                </a:cubicBezTo>
                <a:cubicBezTo>
                  <a:pt x="121" y="105"/>
                  <a:pt x="121" y="106"/>
                  <a:pt x="121" y="106"/>
                </a:cubicBezTo>
                <a:cubicBezTo>
                  <a:pt x="122" y="106"/>
                  <a:pt x="123" y="105"/>
                  <a:pt x="123" y="105"/>
                </a:cubicBezTo>
                <a:cubicBezTo>
                  <a:pt x="123" y="105"/>
                  <a:pt x="123" y="105"/>
                  <a:pt x="123" y="105"/>
                </a:cubicBezTo>
                <a:cubicBezTo>
                  <a:pt x="123" y="105"/>
                  <a:pt x="124" y="105"/>
                  <a:pt x="124" y="105"/>
                </a:cubicBezTo>
                <a:cubicBezTo>
                  <a:pt x="124" y="105"/>
                  <a:pt x="124" y="105"/>
                  <a:pt x="124" y="106"/>
                </a:cubicBezTo>
                <a:cubicBezTo>
                  <a:pt x="124" y="106"/>
                  <a:pt x="124" y="106"/>
                  <a:pt x="124" y="106"/>
                </a:cubicBezTo>
                <a:cubicBezTo>
                  <a:pt x="124" y="105"/>
                  <a:pt x="125" y="105"/>
                  <a:pt x="125" y="105"/>
                </a:cubicBezTo>
                <a:cubicBezTo>
                  <a:pt x="125" y="106"/>
                  <a:pt x="123" y="106"/>
                  <a:pt x="125" y="107"/>
                </a:cubicBezTo>
                <a:cubicBezTo>
                  <a:pt x="125" y="107"/>
                  <a:pt x="125" y="107"/>
                  <a:pt x="125" y="108"/>
                </a:cubicBezTo>
                <a:cubicBezTo>
                  <a:pt x="125" y="108"/>
                  <a:pt x="124" y="109"/>
                  <a:pt x="124" y="109"/>
                </a:cubicBezTo>
                <a:cubicBezTo>
                  <a:pt x="124" y="109"/>
                  <a:pt x="124" y="110"/>
                  <a:pt x="124" y="110"/>
                </a:cubicBezTo>
                <a:cubicBezTo>
                  <a:pt x="125" y="110"/>
                  <a:pt x="125" y="110"/>
                  <a:pt x="125" y="110"/>
                </a:cubicBezTo>
                <a:cubicBezTo>
                  <a:pt x="125" y="110"/>
                  <a:pt x="125" y="110"/>
                  <a:pt x="125" y="110"/>
                </a:cubicBezTo>
                <a:cubicBezTo>
                  <a:pt x="126" y="110"/>
                  <a:pt x="126" y="111"/>
                  <a:pt x="127" y="111"/>
                </a:cubicBezTo>
                <a:cubicBezTo>
                  <a:pt x="127" y="111"/>
                  <a:pt x="127" y="111"/>
                  <a:pt x="128" y="111"/>
                </a:cubicBezTo>
                <a:cubicBezTo>
                  <a:pt x="128" y="111"/>
                  <a:pt x="128" y="111"/>
                  <a:pt x="129" y="111"/>
                </a:cubicBezTo>
                <a:cubicBezTo>
                  <a:pt x="129" y="111"/>
                  <a:pt x="129" y="111"/>
                  <a:pt x="129" y="111"/>
                </a:cubicBezTo>
                <a:cubicBezTo>
                  <a:pt x="129" y="111"/>
                  <a:pt x="129" y="111"/>
                  <a:pt x="129" y="111"/>
                </a:cubicBezTo>
                <a:cubicBezTo>
                  <a:pt x="130" y="112"/>
                  <a:pt x="130" y="113"/>
                  <a:pt x="130" y="113"/>
                </a:cubicBezTo>
                <a:cubicBezTo>
                  <a:pt x="131" y="113"/>
                  <a:pt x="132" y="113"/>
                  <a:pt x="133" y="113"/>
                </a:cubicBezTo>
                <a:cubicBezTo>
                  <a:pt x="133" y="113"/>
                  <a:pt x="134" y="114"/>
                  <a:pt x="134" y="114"/>
                </a:cubicBezTo>
                <a:cubicBezTo>
                  <a:pt x="134" y="114"/>
                  <a:pt x="135" y="114"/>
                  <a:pt x="135" y="114"/>
                </a:cubicBezTo>
                <a:cubicBezTo>
                  <a:pt x="136" y="113"/>
                  <a:pt x="135" y="113"/>
                  <a:pt x="135" y="112"/>
                </a:cubicBezTo>
                <a:cubicBezTo>
                  <a:pt x="136" y="111"/>
                  <a:pt x="137" y="111"/>
                  <a:pt x="139" y="111"/>
                </a:cubicBezTo>
                <a:cubicBezTo>
                  <a:pt x="139" y="111"/>
                  <a:pt x="139" y="112"/>
                  <a:pt x="139" y="112"/>
                </a:cubicBezTo>
                <a:cubicBezTo>
                  <a:pt x="139" y="112"/>
                  <a:pt x="140" y="112"/>
                  <a:pt x="140" y="112"/>
                </a:cubicBezTo>
                <a:cubicBezTo>
                  <a:pt x="141" y="112"/>
                  <a:pt x="141" y="112"/>
                  <a:pt x="141" y="112"/>
                </a:cubicBezTo>
                <a:cubicBezTo>
                  <a:pt x="141" y="112"/>
                  <a:pt x="141" y="112"/>
                  <a:pt x="141" y="113"/>
                </a:cubicBezTo>
                <a:cubicBezTo>
                  <a:pt x="143" y="113"/>
                  <a:pt x="143" y="113"/>
                  <a:pt x="143" y="113"/>
                </a:cubicBezTo>
                <a:cubicBezTo>
                  <a:pt x="143" y="113"/>
                  <a:pt x="144" y="113"/>
                  <a:pt x="144" y="113"/>
                </a:cubicBezTo>
                <a:cubicBezTo>
                  <a:pt x="144" y="113"/>
                  <a:pt x="145" y="113"/>
                  <a:pt x="145" y="113"/>
                </a:cubicBezTo>
                <a:cubicBezTo>
                  <a:pt x="145" y="113"/>
                  <a:pt x="145" y="113"/>
                  <a:pt x="145" y="113"/>
                </a:cubicBezTo>
                <a:cubicBezTo>
                  <a:pt x="146" y="113"/>
                  <a:pt x="146" y="114"/>
                  <a:pt x="146" y="113"/>
                </a:cubicBezTo>
                <a:cubicBezTo>
                  <a:pt x="146" y="113"/>
                  <a:pt x="146" y="113"/>
                  <a:pt x="147" y="113"/>
                </a:cubicBezTo>
                <a:cubicBezTo>
                  <a:pt x="147" y="113"/>
                  <a:pt x="148" y="112"/>
                  <a:pt x="149" y="113"/>
                </a:cubicBezTo>
                <a:cubicBezTo>
                  <a:pt x="149" y="113"/>
                  <a:pt x="149" y="113"/>
                  <a:pt x="149" y="113"/>
                </a:cubicBezTo>
                <a:cubicBezTo>
                  <a:pt x="150" y="113"/>
                  <a:pt x="150" y="113"/>
                  <a:pt x="151" y="113"/>
                </a:cubicBezTo>
                <a:cubicBezTo>
                  <a:pt x="151" y="113"/>
                  <a:pt x="151" y="113"/>
                  <a:pt x="152" y="113"/>
                </a:cubicBezTo>
                <a:cubicBezTo>
                  <a:pt x="152" y="114"/>
                  <a:pt x="152" y="114"/>
                  <a:pt x="153" y="115"/>
                </a:cubicBezTo>
                <a:cubicBezTo>
                  <a:pt x="152" y="116"/>
                  <a:pt x="152" y="117"/>
                  <a:pt x="152" y="117"/>
                </a:cubicBezTo>
                <a:cubicBezTo>
                  <a:pt x="152" y="117"/>
                  <a:pt x="152" y="117"/>
                  <a:pt x="152" y="117"/>
                </a:cubicBezTo>
                <a:cubicBezTo>
                  <a:pt x="151" y="117"/>
                  <a:pt x="150" y="116"/>
                  <a:pt x="150" y="115"/>
                </a:cubicBezTo>
                <a:cubicBezTo>
                  <a:pt x="150" y="115"/>
                  <a:pt x="150" y="115"/>
                  <a:pt x="150" y="115"/>
                </a:cubicBezTo>
                <a:cubicBezTo>
                  <a:pt x="150" y="116"/>
                  <a:pt x="151" y="116"/>
                  <a:pt x="151" y="117"/>
                </a:cubicBezTo>
                <a:cubicBezTo>
                  <a:pt x="151" y="118"/>
                  <a:pt x="151" y="118"/>
                  <a:pt x="152" y="119"/>
                </a:cubicBezTo>
                <a:cubicBezTo>
                  <a:pt x="152" y="120"/>
                  <a:pt x="153" y="121"/>
                  <a:pt x="153" y="121"/>
                </a:cubicBezTo>
                <a:cubicBezTo>
                  <a:pt x="153" y="122"/>
                  <a:pt x="153" y="122"/>
                  <a:pt x="154" y="122"/>
                </a:cubicBezTo>
                <a:cubicBezTo>
                  <a:pt x="154" y="122"/>
                  <a:pt x="154" y="122"/>
                  <a:pt x="153" y="122"/>
                </a:cubicBezTo>
                <a:cubicBezTo>
                  <a:pt x="154" y="123"/>
                  <a:pt x="154" y="123"/>
                  <a:pt x="154" y="123"/>
                </a:cubicBezTo>
                <a:cubicBezTo>
                  <a:pt x="154" y="123"/>
                  <a:pt x="154" y="124"/>
                  <a:pt x="154" y="124"/>
                </a:cubicBezTo>
                <a:cubicBezTo>
                  <a:pt x="155" y="124"/>
                  <a:pt x="155" y="125"/>
                  <a:pt x="155" y="125"/>
                </a:cubicBezTo>
                <a:cubicBezTo>
                  <a:pt x="156" y="126"/>
                  <a:pt x="155" y="128"/>
                  <a:pt x="156" y="128"/>
                </a:cubicBezTo>
                <a:cubicBezTo>
                  <a:pt x="156" y="129"/>
                  <a:pt x="157" y="129"/>
                  <a:pt x="157" y="129"/>
                </a:cubicBezTo>
                <a:cubicBezTo>
                  <a:pt x="158" y="130"/>
                  <a:pt x="158" y="132"/>
                  <a:pt x="159" y="133"/>
                </a:cubicBezTo>
                <a:cubicBezTo>
                  <a:pt x="159" y="133"/>
                  <a:pt x="159" y="133"/>
                  <a:pt x="159" y="133"/>
                </a:cubicBezTo>
                <a:cubicBezTo>
                  <a:pt x="159" y="133"/>
                  <a:pt x="159" y="132"/>
                  <a:pt x="159" y="132"/>
                </a:cubicBezTo>
                <a:cubicBezTo>
                  <a:pt x="159" y="132"/>
                  <a:pt x="159" y="133"/>
                  <a:pt x="159" y="133"/>
                </a:cubicBezTo>
                <a:cubicBezTo>
                  <a:pt x="159" y="133"/>
                  <a:pt x="160" y="133"/>
                  <a:pt x="160" y="133"/>
                </a:cubicBezTo>
                <a:cubicBezTo>
                  <a:pt x="160" y="133"/>
                  <a:pt x="160" y="134"/>
                  <a:pt x="161" y="134"/>
                </a:cubicBezTo>
                <a:cubicBezTo>
                  <a:pt x="161" y="134"/>
                  <a:pt x="161" y="134"/>
                  <a:pt x="161" y="134"/>
                </a:cubicBezTo>
                <a:cubicBezTo>
                  <a:pt x="161" y="134"/>
                  <a:pt x="161" y="135"/>
                  <a:pt x="162" y="135"/>
                </a:cubicBezTo>
                <a:cubicBezTo>
                  <a:pt x="162" y="135"/>
                  <a:pt x="163" y="136"/>
                  <a:pt x="163" y="136"/>
                </a:cubicBezTo>
                <a:cubicBezTo>
                  <a:pt x="163" y="136"/>
                  <a:pt x="162" y="137"/>
                  <a:pt x="162" y="137"/>
                </a:cubicBezTo>
                <a:cubicBezTo>
                  <a:pt x="162" y="137"/>
                  <a:pt x="162" y="137"/>
                  <a:pt x="162" y="137"/>
                </a:cubicBezTo>
                <a:cubicBezTo>
                  <a:pt x="162" y="137"/>
                  <a:pt x="162" y="137"/>
                  <a:pt x="162" y="137"/>
                </a:cubicBezTo>
                <a:cubicBezTo>
                  <a:pt x="162" y="137"/>
                  <a:pt x="162" y="137"/>
                  <a:pt x="163" y="137"/>
                </a:cubicBezTo>
                <a:cubicBezTo>
                  <a:pt x="163" y="137"/>
                  <a:pt x="163" y="138"/>
                  <a:pt x="164" y="138"/>
                </a:cubicBezTo>
                <a:cubicBezTo>
                  <a:pt x="164" y="138"/>
                  <a:pt x="164" y="138"/>
                  <a:pt x="164" y="138"/>
                </a:cubicBezTo>
                <a:cubicBezTo>
                  <a:pt x="165" y="138"/>
                  <a:pt x="165" y="138"/>
                  <a:pt x="166" y="138"/>
                </a:cubicBezTo>
                <a:cubicBezTo>
                  <a:pt x="166" y="138"/>
                  <a:pt x="166" y="138"/>
                  <a:pt x="166" y="138"/>
                </a:cubicBezTo>
                <a:cubicBezTo>
                  <a:pt x="167" y="138"/>
                  <a:pt x="167" y="138"/>
                  <a:pt x="167" y="137"/>
                </a:cubicBezTo>
                <a:cubicBezTo>
                  <a:pt x="167" y="137"/>
                  <a:pt x="167" y="137"/>
                  <a:pt x="167" y="137"/>
                </a:cubicBezTo>
                <a:cubicBezTo>
                  <a:pt x="168" y="137"/>
                  <a:pt x="168" y="137"/>
                  <a:pt x="168" y="138"/>
                </a:cubicBezTo>
                <a:cubicBezTo>
                  <a:pt x="168" y="137"/>
                  <a:pt x="169" y="137"/>
                  <a:pt x="169" y="137"/>
                </a:cubicBezTo>
                <a:cubicBezTo>
                  <a:pt x="169" y="137"/>
                  <a:pt x="169" y="137"/>
                  <a:pt x="170" y="137"/>
                </a:cubicBezTo>
                <a:cubicBezTo>
                  <a:pt x="170" y="137"/>
                  <a:pt x="171" y="137"/>
                  <a:pt x="171" y="136"/>
                </a:cubicBezTo>
                <a:cubicBezTo>
                  <a:pt x="171" y="137"/>
                  <a:pt x="172" y="137"/>
                  <a:pt x="172" y="137"/>
                </a:cubicBezTo>
                <a:cubicBezTo>
                  <a:pt x="172" y="137"/>
                  <a:pt x="172" y="137"/>
                  <a:pt x="172" y="137"/>
                </a:cubicBezTo>
                <a:cubicBezTo>
                  <a:pt x="172" y="137"/>
                  <a:pt x="172" y="137"/>
                  <a:pt x="172" y="137"/>
                </a:cubicBezTo>
                <a:cubicBezTo>
                  <a:pt x="172" y="138"/>
                  <a:pt x="172" y="138"/>
                  <a:pt x="172" y="138"/>
                </a:cubicBezTo>
                <a:cubicBezTo>
                  <a:pt x="172" y="138"/>
                  <a:pt x="171" y="138"/>
                  <a:pt x="171" y="139"/>
                </a:cubicBezTo>
                <a:cubicBezTo>
                  <a:pt x="171" y="139"/>
                  <a:pt x="171" y="139"/>
                  <a:pt x="171" y="140"/>
                </a:cubicBezTo>
                <a:cubicBezTo>
                  <a:pt x="171" y="140"/>
                  <a:pt x="171" y="140"/>
                  <a:pt x="171" y="141"/>
                </a:cubicBezTo>
                <a:cubicBezTo>
                  <a:pt x="170" y="141"/>
                  <a:pt x="170" y="141"/>
                  <a:pt x="170" y="141"/>
                </a:cubicBezTo>
                <a:cubicBezTo>
                  <a:pt x="170" y="141"/>
                  <a:pt x="170" y="141"/>
                  <a:pt x="170" y="142"/>
                </a:cubicBezTo>
                <a:cubicBezTo>
                  <a:pt x="170" y="142"/>
                  <a:pt x="170" y="142"/>
                  <a:pt x="169" y="143"/>
                </a:cubicBezTo>
                <a:cubicBezTo>
                  <a:pt x="169" y="143"/>
                  <a:pt x="169" y="143"/>
                  <a:pt x="169" y="144"/>
                </a:cubicBezTo>
                <a:cubicBezTo>
                  <a:pt x="169" y="145"/>
                  <a:pt x="168" y="145"/>
                  <a:pt x="167" y="146"/>
                </a:cubicBezTo>
                <a:cubicBezTo>
                  <a:pt x="167" y="147"/>
                  <a:pt x="166" y="147"/>
                  <a:pt x="166" y="148"/>
                </a:cubicBezTo>
                <a:cubicBezTo>
                  <a:pt x="165" y="148"/>
                  <a:pt x="164" y="149"/>
                  <a:pt x="163" y="150"/>
                </a:cubicBezTo>
                <a:cubicBezTo>
                  <a:pt x="162" y="151"/>
                  <a:pt x="161" y="151"/>
                  <a:pt x="161" y="152"/>
                </a:cubicBezTo>
                <a:cubicBezTo>
                  <a:pt x="161" y="153"/>
                  <a:pt x="161" y="153"/>
                  <a:pt x="161" y="153"/>
                </a:cubicBezTo>
                <a:cubicBezTo>
                  <a:pt x="160" y="153"/>
                  <a:pt x="160" y="153"/>
                  <a:pt x="160" y="153"/>
                </a:cubicBezTo>
                <a:cubicBezTo>
                  <a:pt x="160" y="154"/>
                  <a:pt x="159" y="154"/>
                  <a:pt x="159" y="154"/>
                </a:cubicBezTo>
                <a:cubicBezTo>
                  <a:pt x="159" y="155"/>
                  <a:pt x="158" y="155"/>
                  <a:pt x="158" y="155"/>
                </a:cubicBezTo>
                <a:cubicBezTo>
                  <a:pt x="158" y="156"/>
                  <a:pt x="158" y="156"/>
                  <a:pt x="158" y="156"/>
                </a:cubicBezTo>
                <a:cubicBezTo>
                  <a:pt x="158" y="156"/>
                  <a:pt x="158" y="156"/>
                  <a:pt x="158" y="156"/>
                </a:cubicBezTo>
                <a:cubicBezTo>
                  <a:pt x="158" y="156"/>
                  <a:pt x="157" y="158"/>
                  <a:pt x="157" y="158"/>
                </a:cubicBezTo>
                <a:cubicBezTo>
                  <a:pt x="158" y="158"/>
                  <a:pt x="158" y="159"/>
                  <a:pt x="158" y="159"/>
                </a:cubicBezTo>
                <a:cubicBezTo>
                  <a:pt x="158" y="159"/>
                  <a:pt x="158" y="159"/>
                  <a:pt x="158" y="160"/>
                </a:cubicBezTo>
                <a:cubicBezTo>
                  <a:pt x="158" y="160"/>
                  <a:pt x="158" y="160"/>
                  <a:pt x="158" y="160"/>
                </a:cubicBezTo>
                <a:cubicBezTo>
                  <a:pt x="158" y="161"/>
                  <a:pt x="158" y="162"/>
                  <a:pt x="158" y="162"/>
                </a:cubicBezTo>
                <a:cubicBezTo>
                  <a:pt x="159" y="163"/>
                  <a:pt x="159" y="163"/>
                  <a:pt x="159" y="163"/>
                </a:cubicBezTo>
                <a:cubicBezTo>
                  <a:pt x="159" y="163"/>
                  <a:pt x="159" y="164"/>
                  <a:pt x="159" y="164"/>
                </a:cubicBezTo>
                <a:cubicBezTo>
                  <a:pt x="159" y="164"/>
                  <a:pt x="159" y="165"/>
                  <a:pt x="159" y="165"/>
                </a:cubicBezTo>
                <a:cubicBezTo>
                  <a:pt x="159" y="166"/>
                  <a:pt x="159" y="166"/>
                  <a:pt x="159" y="166"/>
                </a:cubicBezTo>
                <a:cubicBezTo>
                  <a:pt x="159" y="166"/>
                  <a:pt x="159" y="167"/>
                  <a:pt x="159" y="168"/>
                </a:cubicBezTo>
                <a:cubicBezTo>
                  <a:pt x="160" y="168"/>
                  <a:pt x="160" y="168"/>
                  <a:pt x="160" y="168"/>
                </a:cubicBezTo>
                <a:cubicBezTo>
                  <a:pt x="160" y="168"/>
                  <a:pt x="160" y="168"/>
                  <a:pt x="160" y="168"/>
                </a:cubicBezTo>
                <a:cubicBezTo>
                  <a:pt x="160" y="168"/>
                  <a:pt x="160" y="168"/>
                  <a:pt x="159" y="168"/>
                </a:cubicBezTo>
                <a:cubicBezTo>
                  <a:pt x="159" y="168"/>
                  <a:pt x="159" y="169"/>
                  <a:pt x="159" y="169"/>
                </a:cubicBezTo>
                <a:cubicBezTo>
                  <a:pt x="159" y="169"/>
                  <a:pt x="159" y="170"/>
                  <a:pt x="158" y="170"/>
                </a:cubicBezTo>
                <a:cubicBezTo>
                  <a:pt x="157" y="171"/>
                  <a:pt x="156" y="171"/>
                  <a:pt x="156" y="171"/>
                </a:cubicBezTo>
                <a:cubicBezTo>
                  <a:pt x="155" y="172"/>
                  <a:pt x="155" y="173"/>
                  <a:pt x="154" y="173"/>
                </a:cubicBezTo>
                <a:cubicBezTo>
                  <a:pt x="153" y="173"/>
                  <a:pt x="153" y="174"/>
                  <a:pt x="153" y="174"/>
                </a:cubicBezTo>
                <a:cubicBezTo>
                  <a:pt x="153" y="175"/>
                  <a:pt x="153" y="175"/>
                  <a:pt x="153" y="175"/>
                </a:cubicBezTo>
                <a:cubicBezTo>
                  <a:pt x="153" y="175"/>
                  <a:pt x="153" y="175"/>
                  <a:pt x="153" y="175"/>
                </a:cubicBezTo>
                <a:cubicBezTo>
                  <a:pt x="153" y="176"/>
                  <a:pt x="153" y="176"/>
                  <a:pt x="153" y="177"/>
                </a:cubicBezTo>
                <a:cubicBezTo>
                  <a:pt x="153" y="177"/>
                  <a:pt x="153" y="177"/>
                  <a:pt x="153" y="177"/>
                </a:cubicBezTo>
                <a:cubicBezTo>
                  <a:pt x="153" y="177"/>
                  <a:pt x="154" y="178"/>
                  <a:pt x="153" y="178"/>
                </a:cubicBezTo>
                <a:cubicBezTo>
                  <a:pt x="153" y="179"/>
                  <a:pt x="153" y="179"/>
                  <a:pt x="153" y="179"/>
                </a:cubicBezTo>
                <a:cubicBezTo>
                  <a:pt x="153" y="179"/>
                  <a:pt x="153" y="179"/>
                  <a:pt x="153" y="179"/>
                </a:cubicBezTo>
                <a:cubicBezTo>
                  <a:pt x="153" y="179"/>
                  <a:pt x="153" y="179"/>
                  <a:pt x="153" y="179"/>
                </a:cubicBezTo>
                <a:cubicBezTo>
                  <a:pt x="153" y="180"/>
                  <a:pt x="152" y="180"/>
                  <a:pt x="151" y="181"/>
                </a:cubicBezTo>
                <a:cubicBezTo>
                  <a:pt x="150" y="181"/>
                  <a:pt x="150" y="181"/>
                  <a:pt x="150" y="182"/>
                </a:cubicBezTo>
                <a:cubicBezTo>
                  <a:pt x="150" y="182"/>
                  <a:pt x="150" y="182"/>
                  <a:pt x="150" y="182"/>
                </a:cubicBezTo>
                <a:cubicBezTo>
                  <a:pt x="150" y="182"/>
                  <a:pt x="150" y="182"/>
                  <a:pt x="150" y="182"/>
                </a:cubicBezTo>
                <a:cubicBezTo>
                  <a:pt x="151" y="183"/>
                  <a:pt x="150" y="184"/>
                  <a:pt x="150" y="184"/>
                </a:cubicBezTo>
                <a:cubicBezTo>
                  <a:pt x="150" y="184"/>
                  <a:pt x="150" y="184"/>
                  <a:pt x="150" y="184"/>
                </a:cubicBezTo>
                <a:cubicBezTo>
                  <a:pt x="150" y="184"/>
                  <a:pt x="150" y="185"/>
                  <a:pt x="150" y="185"/>
                </a:cubicBezTo>
                <a:cubicBezTo>
                  <a:pt x="150" y="185"/>
                  <a:pt x="149" y="186"/>
                  <a:pt x="149" y="186"/>
                </a:cubicBezTo>
                <a:cubicBezTo>
                  <a:pt x="147" y="188"/>
                  <a:pt x="146" y="189"/>
                  <a:pt x="144" y="191"/>
                </a:cubicBezTo>
                <a:cubicBezTo>
                  <a:pt x="144" y="191"/>
                  <a:pt x="144" y="191"/>
                  <a:pt x="144" y="191"/>
                </a:cubicBezTo>
                <a:cubicBezTo>
                  <a:pt x="143" y="192"/>
                  <a:pt x="142" y="192"/>
                  <a:pt x="142" y="192"/>
                </a:cubicBezTo>
                <a:cubicBezTo>
                  <a:pt x="142" y="192"/>
                  <a:pt x="142" y="192"/>
                  <a:pt x="142" y="192"/>
                </a:cubicBezTo>
                <a:cubicBezTo>
                  <a:pt x="142" y="192"/>
                  <a:pt x="141" y="192"/>
                  <a:pt x="141" y="192"/>
                </a:cubicBezTo>
                <a:cubicBezTo>
                  <a:pt x="141" y="192"/>
                  <a:pt x="141" y="192"/>
                  <a:pt x="141" y="192"/>
                </a:cubicBezTo>
                <a:cubicBezTo>
                  <a:pt x="140" y="192"/>
                  <a:pt x="140" y="192"/>
                  <a:pt x="139" y="192"/>
                </a:cubicBezTo>
                <a:cubicBezTo>
                  <a:pt x="139" y="192"/>
                  <a:pt x="139" y="192"/>
                  <a:pt x="139" y="192"/>
                </a:cubicBezTo>
                <a:cubicBezTo>
                  <a:pt x="139" y="192"/>
                  <a:pt x="138" y="192"/>
                  <a:pt x="138" y="192"/>
                </a:cubicBezTo>
                <a:cubicBezTo>
                  <a:pt x="138" y="192"/>
                  <a:pt x="137" y="192"/>
                  <a:pt x="137" y="192"/>
                </a:cubicBezTo>
                <a:cubicBezTo>
                  <a:pt x="137" y="193"/>
                  <a:pt x="136" y="192"/>
                  <a:pt x="136" y="192"/>
                </a:cubicBezTo>
                <a:cubicBezTo>
                  <a:pt x="136" y="193"/>
                  <a:pt x="135" y="193"/>
                  <a:pt x="135" y="193"/>
                </a:cubicBezTo>
                <a:cubicBezTo>
                  <a:pt x="135" y="193"/>
                  <a:pt x="135" y="193"/>
                  <a:pt x="135" y="193"/>
                </a:cubicBezTo>
                <a:cubicBezTo>
                  <a:pt x="134" y="193"/>
                  <a:pt x="134" y="192"/>
                  <a:pt x="134" y="192"/>
                </a:cubicBezTo>
                <a:cubicBezTo>
                  <a:pt x="134" y="192"/>
                  <a:pt x="134" y="192"/>
                  <a:pt x="134" y="192"/>
                </a:cubicBezTo>
                <a:cubicBezTo>
                  <a:pt x="134" y="192"/>
                  <a:pt x="134" y="192"/>
                  <a:pt x="134" y="192"/>
                </a:cubicBezTo>
                <a:cubicBezTo>
                  <a:pt x="134" y="192"/>
                  <a:pt x="134" y="192"/>
                  <a:pt x="134" y="192"/>
                </a:cubicBezTo>
                <a:cubicBezTo>
                  <a:pt x="134" y="192"/>
                  <a:pt x="134" y="192"/>
                  <a:pt x="134" y="192"/>
                </a:cubicBezTo>
                <a:cubicBezTo>
                  <a:pt x="134" y="192"/>
                  <a:pt x="133" y="192"/>
                  <a:pt x="133" y="192"/>
                </a:cubicBezTo>
                <a:cubicBezTo>
                  <a:pt x="133" y="192"/>
                  <a:pt x="133" y="192"/>
                  <a:pt x="133" y="192"/>
                </a:cubicBezTo>
                <a:cubicBezTo>
                  <a:pt x="133" y="192"/>
                  <a:pt x="133" y="192"/>
                  <a:pt x="134" y="192"/>
                </a:cubicBezTo>
                <a:cubicBezTo>
                  <a:pt x="133" y="191"/>
                  <a:pt x="133" y="191"/>
                  <a:pt x="133" y="190"/>
                </a:cubicBezTo>
                <a:cubicBezTo>
                  <a:pt x="133" y="190"/>
                  <a:pt x="133" y="190"/>
                  <a:pt x="133" y="190"/>
                </a:cubicBezTo>
                <a:cubicBezTo>
                  <a:pt x="134" y="189"/>
                  <a:pt x="133" y="188"/>
                  <a:pt x="132" y="188"/>
                </a:cubicBezTo>
                <a:cubicBezTo>
                  <a:pt x="132" y="187"/>
                  <a:pt x="132" y="186"/>
                  <a:pt x="131" y="185"/>
                </a:cubicBezTo>
                <a:cubicBezTo>
                  <a:pt x="131" y="185"/>
                  <a:pt x="130" y="184"/>
                  <a:pt x="130" y="184"/>
                </a:cubicBezTo>
                <a:cubicBezTo>
                  <a:pt x="130" y="183"/>
                  <a:pt x="130" y="183"/>
                  <a:pt x="130" y="182"/>
                </a:cubicBezTo>
                <a:cubicBezTo>
                  <a:pt x="130" y="182"/>
                  <a:pt x="130" y="182"/>
                  <a:pt x="130" y="182"/>
                </a:cubicBezTo>
                <a:cubicBezTo>
                  <a:pt x="130" y="182"/>
                  <a:pt x="129" y="181"/>
                  <a:pt x="129" y="181"/>
                </a:cubicBezTo>
                <a:cubicBezTo>
                  <a:pt x="129" y="181"/>
                  <a:pt x="129" y="181"/>
                  <a:pt x="129" y="180"/>
                </a:cubicBezTo>
                <a:cubicBezTo>
                  <a:pt x="129" y="180"/>
                  <a:pt x="129" y="180"/>
                  <a:pt x="129" y="180"/>
                </a:cubicBezTo>
                <a:cubicBezTo>
                  <a:pt x="129" y="179"/>
                  <a:pt x="129" y="179"/>
                  <a:pt x="129" y="178"/>
                </a:cubicBezTo>
                <a:cubicBezTo>
                  <a:pt x="129" y="177"/>
                  <a:pt x="128" y="176"/>
                  <a:pt x="128" y="176"/>
                </a:cubicBezTo>
                <a:cubicBezTo>
                  <a:pt x="128" y="175"/>
                  <a:pt x="127" y="174"/>
                  <a:pt x="127" y="173"/>
                </a:cubicBezTo>
                <a:cubicBezTo>
                  <a:pt x="126" y="173"/>
                  <a:pt x="126" y="172"/>
                  <a:pt x="126" y="172"/>
                </a:cubicBezTo>
                <a:cubicBezTo>
                  <a:pt x="126" y="171"/>
                  <a:pt x="126" y="170"/>
                  <a:pt x="126" y="169"/>
                </a:cubicBezTo>
                <a:cubicBezTo>
                  <a:pt x="126" y="169"/>
                  <a:pt x="126" y="167"/>
                  <a:pt x="127" y="166"/>
                </a:cubicBezTo>
                <a:cubicBezTo>
                  <a:pt x="127" y="166"/>
                  <a:pt x="127" y="166"/>
                  <a:pt x="127" y="166"/>
                </a:cubicBezTo>
                <a:cubicBezTo>
                  <a:pt x="127" y="166"/>
                  <a:pt x="127" y="166"/>
                  <a:pt x="127" y="166"/>
                </a:cubicBezTo>
                <a:cubicBezTo>
                  <a:pt x="127" y="165"/>
                  <a:pt x="127" y="165"/>
                  <a:pt x="128" y="165"/>
                </a:cubicBezTo>
                <a:cubicBezTo>
                  <a:pt x="128" y="165"/>
                  <a:pt x="128" y="164"/>
                  <a:pt x="128" y="164"/>
                </a:cubicBezTo>
                <a:cubicBezTo>
                  <a:pt x="128" y="164"/>
                  <a:pt x="128" y="163"/>
                  <a:pt x="128" y="163"/>
                </a:cubicBezTo>
                <a:cubicBezTo>
                  <a:pt x="128" y="162"/>
                  <a:pt x="127" y="161"/>
                  <a:pt x="128" y="161"/>
                </a:cubicBezTo>
                <a:cubicBezTo>
                  <a:pt x="128" y="160"/>
                  <a:pt x="127" y="160"/>
                  <a:pt x="127" y="159"/>
                </a:cubicBezTo>
                <a:cubicBezTo>
                  <a:pt x="127" y="159"/>
                  <a:pt x="127" y="159"/>
                  <a:pt x="127" y="159"/>
                </a:cubicBezTo>
                <a:cubicBezTo>
                  <a:pt x="127" y="158"/>
                  <a:pt x="127" y="158"/>
                  <a:pt x="126" y="158"/>
                </a:cubicBezTo>
                <a:cubicBezTo>
                  <a:pt x="126" y="157"/>
                  <a:pt x="126" y="157"/>
                  <a:pt x="126" y="157"/>
                </a:cubicBezTo>
                <a:cubicBezTo>
                  <a:pt x="126" y="157"/>
                  <a:pt x="126" y="156"/>
                  <a:pt x="126" y="156"/>
                </a:cubicBezTo>
                <a:cubicBezTo>
                  <a:pt x="125" y="155"/>
                  <a:pt x="125" y="155"/>
                  <a:pt x="124" y="155"/>
                </a:cubicBezTo>
                <a:cubicBezTo>
                  <a:pt x="124" y="154"/>
                  <a:pt x="124" y="154"/>
                  <a:pt x="124" y="154"/>
                </a:cubicBezTo>
                <a:cubicBezTo>
                  <a:pt x="124" y="154"/>
                  <a:pt x="124" y="154"/>
                  <a:pt x="124" y="154"/>
                </a:cubicBezTo>
                <a:cubicBezTo>
                  <a:pt x="124" y="153"/>
                  <a:pt x="123" y="153"/>
                  <a:pt x="123" y="153"/>
                </a:cubicBezTo>
                <a:cubicBezTo>
                  <a:pt x="123" y="153"/>
                  <a:pt x="123" y="153"/>
                  <a:pt x="123" y="153"/>
                </a:cubicBezTo>
                <a:cubicBezTo>
                  <a:pt x="123" y="153"/>
                  <a:pt x="123" y="153"/>
                  <a:pt x="123" y="153"/>
                </a:cubicBezTo>
                <a:cubicBezTo>
                  <a:pt x="123" y="153"/>
                  <a:pt x="123" y="152"/>
                  <a:pt x="123" y="152"/>
                </a:cubicBezTo>
                <a:cubicBezTo>
                  <a:pt x="123" y="152"/>
                  <a:pt x="123" y="152"/>
                  <a:pt x="123" y="152"/>
                </a:cubicBezTo>
                <a:cubicBezTo>
                  <a:pt x="122" y="152"/>
                  <a:pt x="122" y="152"/>
                  <a:pt x="122" y="152"/>
                </a:cubicBezTo>
                <a:cubicBezTo>
                  <a:pt x="123" y="151"/>
                  <a:pt x="123" y="151"/>
                  <a:pt x="123" y="150"/>
                </a:cubicBezTo>
                <a:cubicBezTo>
                  <a:pt x="123" y="150"/>
                  <a:pt x="123" y="150"/>
                  <a:pt x="123" y="150"/>
                </a:cubicBezTo>
                <a:cubicBezTo>
                  <a:pt x="123" y="150"/>
                  <a:pt x="123" y="150"/>
                  <a:pt x="123" y="150"/>
                </a:cubicBezTo>
                <a:cubicBezTo>
                  <a:pt x="123" y="150"/>
                  <a:pt x="123" y="150"/>
                  <a:pt x="123" y="150"/>
                </a:cubicBezTo>
                <a:cubicBezTo>
                  <a:pt x="123" y="150"/>
                  <a:pt x="123" y="150"/>
                  <a:pt x="123" y="149"/>
                </a:cubicBezTo>
                <a:cubicBezTo>
                  <a:pt x="123" y="149"/>
                  <a:pt x="123" y="149"/>
                  <a:pt x="123" y="149"/>
                </a:cubicBezTo>
                <a:cubicBezTo>
                  <a:pt x="123" y="149"/>
                  <a:pt x="123" y="149"/>
                  <a:pt x="123" y="149"/>
                </a:cubicBezTo>
                <a:cubicBezTo>
                  <a:pt x="123" y="149"/>
                  <a:pt x="123" y="148"/>
                  <a:pt x="124" y="148"/>
                </a:cubicBezTo>
                <a:cubicBezTo>
                  <a:pt x="124" y="148"/>
                  <a:pt x="123" y="148"/>
                  <a:pt x="123" y="148"/>
                </a:cubicBezTo>
                <a:cubicBezTo>
                  <a:pt x="123" y="148"/>
                  <a:pt x="124" y="147"/>
                  <a:pt x="124" y="147"/>
                </a:cubicBezTo>
                <a:cubicBezTo>
                  <a:pt x="124" y="147"/>
                  <a:pt x="123" y="147"/>
                  <a:pt x="123" y="146"/>
                </a:cubicBezTo>
                <a:cubicBezTo>
                  <a:pt x="123" y="146"/>
                  <a:pt x="123" y="146"/>
                  <a:pt x="123" y="146"/>
                </a:cubicBezTo>
                <a:cubicBezTo>
                  <a:pt x="123" y="146"/>
                  <a:pt x="123" y="146"/>
                  <a:pt x="123" y="146"/>
                </a:cubicBezTo>
                <a:cubicBezTo>
                  <a:pt x="123" y="146"/>
                  <a:pt x="123" y="146"/>
                  <a:pt x="123" y="146"/>
                </a:cubicBezTo>
                <a:cubicBezTo>
                  <a:pt x="122" y="146"/>
                  <a:pt x="123" y="146"/>
                  <a:pt x="122" y="145"/>
                </a:cubicBezTo>
                <a:cubicBezTo>
                  <a:pt x="122" y="145"/>
                  <a:pt x="122" y="145"/>
                  <a:pt x="122" y="145"/>
                </a:cubicBezTo>
                <a:cubicBezTo>
                  <a:pt x="122" y="145"/>
                  <a:pt x="122" y="145"/>
                  <a:pt x="122" y="145"/>
                </a:cubicBezTo>
                <a:cubicBezTo>
                  <a:pt x="121" y="145"/>
                  <a:pt x="121" y="145"/>
                  <a:pt x="120" y="145"/>
                </a:cubicBezTo>
                <a:cubicBezTo>
                  <a:pt x="120" y="146"/>
                  <a:pt x="118" y="145"/>
                  <a:pt x="118" y="144"/>
                </a:cubicBezTo>
                <a:cubicBezTo>
                  <a:pt x="118" y="144"/>
                  <a:pt x="118" y="144"/>
                  <a:pt x="118" y="144"/>
                </a:cubicBezTo>
                <a:cubicBezTo>
                  <a:pt x="118" y="144"/>
                  <a:pt x="118" y="144"/>
                  <a:pt x="118" y="144"/>
                </a:cubicBezTo>
                <a:cubicBezTo>
                  <a:pt x="118" y="144"/>
                  <a:pt x="118" y="144"/>
                  <a:pt x="118" y="144"/>
                </a:cubicBezTo>
                <a:cubicBezTo>
                  <a:pt x="118" y="144"/>
                  <a:pt x="118" y="144"/>
                  <a:pt x="118" y="144"/>
                </a:cubicBezTo>
                <a:cubicBezTo>
                  <a:pt x="118" y="143"/>
                  <a:pt x="117" y="143"/>
                  <a:pt x="116" y="143"/>
                </a:cubicBezTo>
                <a:cubicBezTo>
                  <a:pt x="116" y="143"/>
                  <a:pt x="116" y="143"/>
                  <a:pt x="116" y="143"/>
                </a:cubicBezTo>
                <a:cubicBezTo>
                  <a:pt x="115" y="143"/>
                  <a:pt x="114" y="143"/>
                  <a:pt x="114" y="143"/>
                </a:cubicBezTo>
                <a:cubicBezTo>
                  <a:pt x="113" y="143"/>
                  <a:pt x="113" y="144"/>
                  <a:pt x="113" y="144"/>
                </a:cubicBezTo>
                <a:cubicBezTo>
                  <a:pt x="113" y="144"/>
                  <a:pt x="112" y="144"/>
                  <a:pt x="112" y="144"/>
                </a:cubicBezTo>
                <a:cubicBezTo>
                  <a:pt x="111" y="144"/>
                  <a:pt x="110" y="145"/>
                  <a:pt x="110" y="145"/>
                </a:cubicBezTo>
                <a:cubicBezTo>
                  <a:pt x="109" y="145"/>
                  <a:pt x="109" y="144"/>
                  <a:pt x="108" y="144"/>
                </a:cubicBezTo>
                <a:cubicBezTo>
                  <a:pt x="108" y="144"/>
                  <a:pt x="108" y="144"/>
                  <a:pt x="108" y="145"/>
                </a:cubicBezTo>
                <a:cubicBezTo>
                  <a:pt x="108" y="145"/>
                  <a:pt x="108" y="144"/>
                  <a:pt x="107" y="144"/>
                </a:cubicBezTo>
                <a:cubicBezTo>
                  <a:pt x="107" y="144"/>
                  <a:pt x="106" y="144"/>
                  <a:pt x="106" y="144"/>
                </a:cubicBezTo>
                <a:cubicBezTo>
                  <a:pt x="105" y="145"/>
                  <a:pt x="105" y="145"/>
                  <a:pt x="105" y="145"/>
                </a:cubicBezTo>
                <a:cubicBezTo>
                  <a:pt x="104" y="145"/>
                  <a:pt x="104" y="145"/>
                  <a:pt x="103" y="145"/>
                </a:cubicBezTo>
                <a:cubicBezTo>
                  <a:pt x="103" y="146"/>
                  <a:pt x="102" y="145"/>
                  <a:pt x="102" y="145"/>
                </a:cubicBezTo>
                <a:cubicBezTo>
                  <a:pt x="101" y="144"/>
                  <a:pt x="101" y="144"/>
                  <a:pt x="100" y="143"/>
                </a:cubicBezTo>
                <a:cubicBezTo>
                  <a:pt x="100" y="143"/>
                  <a:pt x="99" y="143"/>
                  <a:pt x="99" y="143"/>
                </a:cubicBezTo>
                <a:cubicBezTo>
                  <a:pt x="98" y="143"/>
                  <a:pt x="98" y="142"/>
                  <a:pt x="98" y="142"/>
                </a:cubicBezTo>
                <a:cubicBezTo>
                  <a:pt x="98" y="142"/>
                  <a:pt x="98" y="142"/>
                  <a:pt x="98" y="142"/>
                </a:cubicBezTo>
                <a:cubicBezTo>
                  <a:pt x="97" y="141"/>
                  <a:pt x="97" y="141"/>
                  <a:pt x="97" y="141"/>
                </a:cubicBezTo>
                <a:cubicBezTo>
                  <a:pt x="97" y="141"/>
                  <a:pt x="97" y="141"/>
                  <a:pt x="97" y="141"/>
                </a:cubicBezTo>
                <a:cubicBezTo>
                  <a:pt x="97" y="141"/>
                  <a:pt x="97" y="141"/>
                  <a:pt x="97" y="141"/>
                </a:cubicBezTo>
                <a:cubicBezTo>
                  <a:pt x="97" y="140"/>
                  <a:pt x="97" y="140"/>
                  <a:pt x="97" y="140"/>
                </a:cubicBezTo>
                <a:cubicBezTo>
                  <a:pt x="97" y="140"/>
                  <a:pt x="97" y="140"/>
                  <a:pt x="97" y="140"/>
                </a:cubicBezTo>
                <a:cubicBezTo>
                  <a:pt x="97" y="140"/>
                  <a:pt x="97" y="140"/>
                  <a:pt x="97" y="140"/>
                </a:cubicBezTo>
                <a:cubicBezTo>
                  <a:pt x="97" y="140"/>
                  <a:pt x="96" y="140"/>
                  <a:pt x="96" y="139"/>
                </a:cubicBezTo>
                <a:cubicBezTo>
                  <a:pt x="96" y="139"/>
                  <a:pt x="96" y="139"/>
                  <a:pt x="96" y="139"/>
                </a:cubicBezTo>
                <a:cubicBezTo>
                  <a:pt x="96" y="139"/>
                  <a:pt x="95" y="139"/>
                  <a:pt x="95" y="138"/>
                </a:cubicBezTo>
                <a:cubicBezTo>
                  <a:pt x="95" y="138"/>
                  <a:pt x="95" y="138"/>
                  <a:pt x="95" y="138"/>
                </a:cubicBezTo>
                <a:cubicBezTo>
                  <a:pt x="95" y="138"/>
                  <a:pt x="95" y="138"/>
                  <a:pt x="94" y="138"/>
                </a:cubicBezTo>
                <a:cubicBezTo>
                  <a:pt x="94" y="138"/>
                  <a:pt x="94" y="138"/>
                  <a:pt x="94" y="138"/>
                </a:cubicBezTo>
                <a:cubicBezTo>
                  <a:pt x="94" y="137"/>
                  <a:pt x="94" y="137"/>
                  <a:pt x="94" y="137"/>
                </a:cubicBezTo>
                <a:cubicBezTo>
                  <a:pt x="94" y="137"/>
                  <a:pt x="94" y="137"/>
                  <a:pt x="94" y="137"/>
                </a:cubicBezTo>
                <a:cubicBezTo>
                  <a:pt x="94" y="136"/>
                  <a:pt x="94" y="137"/>
                  <a:pt x="93" y="137"/>
                </a:cubicBezTo>
                <a:cubicBezTo>
                  <a:pt x="93" y="137"/>
                  <a:pt x="93" y="136"/>
                  <a:pt x="93" y="136"/>
                </a:cubicBezTo>
                <a:cubicBezTo>
                  <a:pt x="93" y="136"/>
                  <a:pt x="93" y="136"/>
                  <a:pt x="93" y="136"/>
                </a:cubicBezTo>
                <a:cubicBezTo>
                  <a:pt x="93" y="136"/>
                  <a:pt x="93" y="136"/>
                  <a:pt x="92" y="136"/>
                </a:cubicBezTo>
                <a:cubicBezTo>
                  <a:pt x="92" y="135"/>
                  <a:pt x="92" y="135"/>
                  <a:pt x="92" y="135"/>
                </a:cubicBezTo>
                <a:cubicBezTo>
                  <a:pt x="93" y="135"/>
                  <a:pt x="93" y="135"/>
                  <a:pt x="93" y="135"/>
                </a:cubicBezTo>
                <a:cubicBezTo>
                  <a:pt x="93" y="135"/>
                  <a:pt x="93" y="134"/>
                  <a:pt x="93" y="134"/>
                </a:cubicBezTo>
                <a:cubicBezTo>
                  <a:pt x="92" y="134"/>
                  <a:pt x="92" y="133"/>
                  <a:pt x="92" y="133"/>
                </a:cubicBezTo>
                <a:cubicBezTo>
                  <a:pt x="92" y="133"/>
                  <a:pt x="92" y="133"/>
                  <a:pt x="92" y="133"/>
                </a:cubicBezTo>
                <a:cubicBezTo>
                  <a:pt x="92" y="133"/>
                  <a:pt x="93" y="132"/>
                  <a:pt x="93" y="132"/>
                </a:cubicBezTo>
                <a:cubicBezTo>
                  <a:pt x="93" y="131"/>
                  <a:pt x="93" y="131"/>
                  <a:pt x="93" y="131"/>
                </a:cubicBezTo>
                <a:cubicBezTo>
                  <a:pt x="93" y="130"/>
                  <a:pt x="94" y="128"/>
                  <a:pt x="93" y="128"/>
                </a:cubicBezTo>
                <a:cubicBezTo>
                  <a:pt x="93" y="127"/>
                  <a:pt x="93" y="126"/>
                  <a:pt x="92" y="126"/>
                </a:cubicBezTo>
                <a:cubicBezTo>
                  <a:pt x="92" y="126"/>
                  <a:pt x="92" y="126"/>
                  <a:pt x="92" y="126"/>
                </a:cubicBezTo>
                <a:cubicBezTo>
                  <a:pt x="92" y="125"/>
                  <a:pt x="92" y="125"/>
                  <a:pt x="92" y="124"/>
                </a:cubicBezTo>
                <a:cubicBezTo>
                  <a:pt x="93" y="124"/>
                  <a:pt x="93" y="124"/>
                  <a:pt x="93" y="124"/>
                </a:cubicBezTo>
                <a:cubicBezTo>
                  <a:pt x="93" y="123"/>
                  <a:pt x="93" y="123"/>
                  <a:pt x="94" y="122"/>
                </a:cubicBezTo>
                <a:cubicBezTo>
                  <a:pt x="94" y="122"/>
                  <a:pt x="94" y="121"/>
                  <a:pt x="95" y="121"/>
                </a:cubicBezTo>
                <a:cubicBezTo>
                  <a:pt x="95" y="121"/>
                  <a:pt x="95" y="121"/>
                  <a:pt x="95" y="121"/>
                </a:cubicBezTo>
                <a:cubicBezTo>
                  <a:pt x="95" y="120"/>
                  <a:pt x="95" y="120"/>
                  <a:pt x="95" y="119"/>
                </a:cubicBezTo>
                <a:cubicBezTo>
                  <a:pt x="95" y="119"/>
                  <a:pt x="96" y="119"/>
                  <a:pt x="96" y="119"/>
                </a:cubicBezTo>
                <a:cubicBezTo>
                  <a:pt x="96" y="118"/>
                  <a:pt x="96" y="117"/>
                  <a:pt x="97" y="117"/>
                </a:cubicBezTo>
                <a:cubicBezTo>
                  <a:pt x="97" y="117"/>
                  <a:pt x="98" y="117"/>
                  <a:pt x="98" y="117"/>
                </a:cubicBezTo>
                <a:cubicBezTo>
                  <a:pt x="99" y="117"/>
                  <a:pt x="100" y="115"/>
                  <a:pt x="100" y="115"/>
                </a:cubicBezTo>
                <a:cubicBezTo>
                  <a:pt x="101" y="114"/>
                  <a:pt x="100" y="114"/>
                  <a:pt x="100" y="113"/>
                </a:cubicBezTo>
                <a:moveTo>
                  <a:pt x="95" y="62"/>
                </a:moveTo>
                <a:cubicBezTo>
                  <a:pt x="95" y="62"/>
                  <a:pt x="95" y="62"/>
                  <a:pt x="95" y="62"/>
                </a:cubicBezTo>
                <a:cubicBezTo>
                  <a:pt x="95" y="63"/>
                  <a:pt x="95" y="63"/>
                  <a:pt x="94" y="63"/>
                </a:cubicBezTo>
                <a:cubicBezTo>
                  <a:pt x="94" y="63"/>
                  <a:pt x="93" y="63"/>
                  <a:pt x="93" y="64"/>
                </a:cubicBezTo>
                <a:cubicBezTo>
                  <a:pt x="92" y="64"/>
                  <a:pt x="92" y="64"/>
                  <a:pt x="92" y="64"/>
                </a:cubicBezTo>
                <a:cubicBezTo>
                  <a:pt x="91" y="64"/>
                  <a:pt x="91" y="65"/>
                  <a:pt x="90" y="65"/>
                </a:cubicBezTo>
                <a:cubicBezTo>
                  <a:pt x="90" y="64"/>
                  <a:pt x="89" y="64"/>
                  <a:pt x="89" y="64"/>
                </a:cubicBezTo>
                <a:cubicBezTo>
                  <a:pt x="89" y="64"/>
                  <a:pt x="88" y="64"/>
                  <a:pt x="88" y="64"/>
                </a:cubicBezTo>
                <a:cubicBezTo>
                  <a:pt x="88" y="64"/>
                  <a:pt x="86" y="64"/>
                  <a:pt x="86" y="64"/>
                </a:cubicBezTo>
                <a:cubicBezTo>
                  <a:pt x="86" y="63"/>
                  <a:pt x="87" y="63"/>
                  <a:pt x="87" y="63"/>
                </a:cubicBezTo>
                <a:cubicBezTo>
                  <a:pt x="86" y="63"/>
                  <a:pt x="86" y="62"/>
                  <a:pt x="86" y="62"/>
                </a:cubicBezTo>
                <a:cubicBezTo>
                  <a:pt x="86" y="62"/>
                  <a:pt x="85" y="62"/>
                  <a:pt x="85" y="62"/>
                </a:cubicBezTo>
                <a:cubicBezTo>
                  <a:pt x="84" y="62"/>
                  <a:pt x="84" y="62"/>
                  <a:pt x="84" y="62"/>
                </a:cubicBezTo>
                <a:cubicBezTo>
                  <a:pt x="84" y="62"/>
                  <a:pt x="84" y="62"/>
                  <a:pt x="84" y="62"/>
                </a:cubicBezTo>
                <a:cubicBezTo>
                  <a:pt x="85" y="62"/>
                  <a:pt x="86" y="62"/>
                  <a:pt x="87" y="61"/>
                </a:cubicBezTo>
                <a:cubicBezTo>
                  <a:pt x="87" y="61"/>
                  <a:pt x="87" y="61"/>
                  <a:pt x="87" y="61"/>
                </a:cubicBezTo>
                <a:cubicBezTo>
                  <a:pt x="87" y="61"/>
                  <a:pt x="87" y="61"/>
                  <a:pt x="87" y="61"/>
                </a:cubicBezTo>
                <a:cubicBezTo>
                  <a:pt x="86" y="61"/>
                  <a:pt x="86" y="61"/>
                  <a:pt x="86" y="60"/>
                </a:cubicBezTo>
                <a:cubicBezTo>
                  <a:pt x="85" y="60"/>
                  <a:pt x="84" y="61"/>
                  <a:pt x="84" y="60"/>
                </a:cubicBezTo>
                <a:cubicBezTo>
                  <a:pt x="84" y="60"/>
                  <a:pt x="84" y="60"/>
                  <a:pt x="84" y="60"/>
                </a:cubicBezTo>
                <a:cubicBezTo>
                  <a:pt x="84" y="60"/>
                  <a:pt x="85" y="60"/>
                  <a:pt x="85" y="60"/>
                </a:cubicBezTo>
                <a:cubicBezTo>
                  <a:pt x="85" y="60"/>
                  <a:pt x="85" y="60"/>
                  <a:pt x="85" y="60"/>
                </a:cubicBezTo>
                <a:cubicBezTo>
                  <a:pt x="85" y="60"/>
                  <a:pt x="85" y="60"/>
                  <a:pt x="84" y="60"/>
                </a:cubicBezTo>
                <a:cubicBezTo>
                  <a:pt x="85" y="59"/>
                  <a:pt x="85" y="60"/>
                  <a:pt x="86" y="59"/>
                </a:cubicBezTo>
                <a:cubicBezTo>
                  <a:pt x="86" y="59"/>
                  <a:pt x="86" y="59"/>
                  <a:pt x="86" y="59"/>
                </a:cubicBezTo>
                <a:cubicBezTo>
                  <a:pt x="86" y="59"/>
                  <a:pt x="86" y="59"/>
                  <a:pt x="85" y="59"/>
                </a:cubicBezTo>
                <a:cubicBezTo>
                  <a:pt x="85" y="59"/>
                  <a:pt x="85" y="59"/>
                  <a:pt x="85" y="59"/>
                </a:cubicBezTo>
                <a:cubicBezTo>
                  <a:pt x="85" y="59"/>
                  <a:pt x="86" y="59"/>
                  <a:pt x="86" y="59"/>
                </a:cubicBezTo>
                <a:cubicBezTo>
                  <a:pt x="86" y="59"/>
                  <a:pt x="87" y="59"/>
                  <a:pt x="87" y="60"/>
                </a:cubicBezTo>
                <a:cubicBezTo>
                  <a:pt x="87" y="60"/>
                  <a:pt x="87" y="60"/>
                  <a:pt x="87" y="60"/>
                </a:cubicBezTo>
                <a:cubicBezTo>
                  <a:pt x="87" y="61"/>
                  <a:pt x="87" y="61"/>
                  <a:pt x="87" y="61"/>
                </a:cubicBezTo>
                <a:cubicBezTo>
                  <a:pt x="88" y="61"/>
                  <a:pt x="88" y="61"/>
                  <a:pt x="88" y="61"/>
                </a:cubicBezTo>
                <a:cubicBezTo>
                  <a:pt x="88" y="60"/>
                  <a:pt x="88" y="60"/>
                  <a:pt x="88" y="60"/>
                </a:cubicBezTo>
                <a:cubicBezTo>
                  <a:pt x="88" y="60"/>
                  <a:pt x="88" y="60"/>
                  <a:pt x="88" y="59"/>
                </a:cubicBezTo>
                <a:cubicBezTo>
                  <a:pt x="89" y="59"/>
                  <a:pt x="89" y="59"/>
                  <a:pt x="89" y="59"/>
                </a:cubicBezTo>
                <a:cubicBezTo>
                  <a:pt x="89" y="59"/>
                  <a:pt x="89" y="59"/>
                  <a:pt x="89" y="59"/>
                </a:cubicBezTo>
                <a:cubicBezTo>
                  <a:pt x="89" y="60"/>
                  <a:pt x="89" y="60"/>
                  <a:pt x="89" y="60"/>
                </a:cubicBezTo>
                <a:cubicBezTo>
                  <a:pt x="90" y="60"/>
                  <a:pt x="90" y="60"/>
                  <a:pt x="90" y="60"/>
                </a:cubicBezTo>
                <a:cubicBezTo>
                  <a:pt x="90" y="60"/>
                  <a:pt x="90" y="60"/>
                  <a:pt x="90" y="60"/>
                </a:cubicBezTo>
                <a:cubicBezTo>
                  <a:pt x="90" y="60"/>
                  <a:pt x="90" y="60"/>
                  <a:pt x="90" y="60"/>
                </a:cubicBezTo>
                <a:cubicBezTo>
                  <a:pt x="90" y="59"/>
                  <a:pt x="90" y="59"/>
                  <a:pt x="90" y="59"/>
                </a:cubicBezTo>
                <a:cubicBezTo>
                  <a:pt x="90" y="60"/>
                  <a:pt x="91" y="60"/>
                  <a:pt x="91" y="60"/>
                </a:cubicBezTo>
                <a:cubicBezTo>
                  <a:pt x="91" y="60"/>
                  <a:pt x="91" y="60"/>
                  <a:pt x="91" y="59"/>
                </a:cubicBezTo>
                <a:cubicBezTo>
                  <a:pt x="92" y="59"/>
                  <a:pt x="92" y="60"/>
                  <a:pt x="93" y="59"/>
                </a:cubicBezTo>
                <a:cubicBezTo>
                  <a:pt x="93" y="59"/>
                  <a:pt x="93" y="59"/>
                  <a:pt x="93" y="59"/>
                </a:cubicBezTo>
                <a:cubicBezTo>
                  <a:pt x="93" y="59"/>
                  <a:pt x="93" y="59"/>
                  <a:pt x="94" y="59"/>
                </a:cubicBezTo>
                <a:cubicBezTo>
                  <a:pt x="94" y="59"/>
                  <a:pt x="94" y="59"/>
                  <a:pt x="95" y="59"/>
                </a:cubicBezTo>
                <a:cubicBezTo>
                  <a:pt x="95" y="59"/>
                  <a:pt x="95" y="60"/>
                  <a:pt x="95" y="60"/>
                </a:cubicBezTo>
                <a:cubicBezTo>
                  <a:pt x="95" y="60"/>
                  <a:pt x="95" y="60"/>
                  <a:pt x="95" y="60"/>
                </a:cubicBezTo>
                <a:cubicBezTo>
                  <a:pt x="95" y="60"/>
                  <a:pt x="95" y="60"/>
                  <a:pt x="95" y="60"/>
                </a:cubicBezTo>
                <a:cubicBezTo>
                  <a:pt x="95" y="60"/>
                  <a:pt x="96" y="60"/>
                  <a:pt x="96" y="60"/>
                </a:cubicBezTo>
                <a:cubicBezTo>
                  <a:pt x="96" y="61"/>
                  <a:pt x="96" y="62"/>
                  <a:pt x="96" y="62"/>
                </a:cubicBezTo>
                <a:cubicBezTo>
                  <a:pt x="96" y="62"/>
                  <a:pt x="96" y="62"/>
                  <a:pt x="95" y="62"/>
                </a:cubicBezTo>
                <a:moveTo>
                  <a:pt x="122" y="146"/>
                </a:moveTo>
                <a:cubicBezTo>
                  <a:pt x="122" y="147"/>
                  <a:pt x="122" y="147"/>
                  <a:pt x="122" y="147"/>
                </a:cubicBezTo>
                <a:cubicBezTo>
                  <a:pt x="122" y="147"/>
                  <a:pt x="122" y="147"/>
                  <a:pt x="122" y="147"/>
                </a:cubicBezTo>
                <a:cubicBezTo>
                  <a:pt x="122" y="147"/>
                  <a:pt x="122" y="147"/>
                  <a:pt x="122" y="147"/>
                </a:cubicBezTo>
                <a:cubicBezTo>
                  <a:pt x="122" y="147"/>
                  <a:pt x="122" y="146"/>
                  <a:pt x="122" y="146"/>
                </a:cubicBezTo>
                <a:cubicBezTo>
                  <a:pt x="122" y="146"/>
                  <a:pt x="122" y="146"/>
                  <a:pt x="122" y="146"/>
                </a:cubicBezTo>
                <a:moveTo>
                  <a:pt x="163" y="176"/>
                </a:moveTo>
                <a:cubicBezTo>
                  <a:pt x="163" y="176"/>
                  <a:pt x="163" y="176"/>
                  <a:pt x="163" y="176"/>
                </a:cubicBezTo>
                <a:cubicBezTo>
                  <a:pt x="163" y="176"/>
                  <a:pt x="164" y="174"/>
                  <a:pt x="164" y="174"/>
                </a:cubicBezTo>
                <a:cubicBezTo>
                  <a:pt x="164" y="173"/>
                  <a:pt x="164" y="173"/>
                  <a:pt x="164" y="173"/>
                </a:cubicBezTo>
                <a:cubicBezTo>
                  <a:pt x="164" y="173"/>
                  <a:pt x="164" y="173"/>
                  <a:pt x="164" y="173"/>
                </a:cubicBezTo>
                <a:cubicBezTo>
                  <a:pt x="164" y="172"/>
                  <a:pt x="163" y="172"/>
                  <a:pt x="163" y="171"/>
                </a:cubicBezTo>
                <a:cubicBezTo>
                  <a:pt x="164" y="171"/>
                  <a:pt x="164" y="170"/>
                  <a:pt x="164" y="170"/>
                </a:cubicBezTo>
                <a:cubicBezTo>
                  <a:pt x="164" y="170"/>
                  <a:pt x="164" y="170"/>
                  <a:pt x="164" y="170"/>
                </a:cubicBezTo>
                <a:cubicBezTo>
                  <a:pt x="165" y="170"/>
                  <a:pt x="165" y="169"/>
                  <a:pt x="165" y="169"/>
                </a:cubicBezTo>
                <a:cubicBezTo>
                  <a:pt x="165" y="169"/>
                  <a:pt x="165" y="170"/>
                  <a:pt x="165" y="169"/>
                </a:cubicBezTo>
                <a:cubicBezTo>
                  <a:pt x="165" y="169"/>
                  <a:pt x="165" y="169"/>
                  <a:pt x="165" y="169"/>
                </a:cubicBezTo>
                <a:cubicBezTo>
                  <a:pt x="166" y="169"/>
                  <a:pt x="166" y="169"/>
                  <a:pt x="166" y="169"/>
                </a:cubicBezTo>
                <a:cubicBezTo>
                  <a:pt x="166" y="169"/>
                  <a:pt x="166" y="169"/>
                  <a:pt x="166" y="169"/>
                </a:cubicBezTo>
                <a:cubicBezTo>
                  <a:pt x="166" y="169"/>
                  <a:pt x="167" y="169"/>
                  <a:pt x="167" y="169"/>
                </a:cubicBezTo>
                <a:cubicBezTo>
                  <a:pt x="167" y="169"/>
                  <a:pt x="167" y="169"/>
                  <a:pt x="167" y="169"/>
                </a:cubicBezTo>
                <a:cubicBezTo>
                  <a:pt x="167" y="169"/>
                  <a:pt x="167" y="169"/>
                  <a:pt x="167" y="169"/>
                </a:cubicBezTo>
                <a:cubicBezTo>
                  <a:pt x="167" y="168"/>
                  <a:pt x="167" y="168"/>
                  <a:pt x="167" y="168"/>
                </a:cubicBezTo>
                <a:cubicBezTo>
                  <a:pt x="167" y="168"/>
                  <a:pt x="167" y="168"/>
                  <a:pt x="167" y="168"/>
                </a:cubicBezTo>
                <a:cubicBezTo>
                  <a:pt x="167" y="168"/>
                  <a:pt x="167" y="168"/>
                  <a:pt x="167" y="168"/>
                </a:cubicBezTo>
                <a:cubicBezTo>
                  <a:pt x="167" y="168"/>
                  <a:pt x="167" y="168"/>
                  <a:pt x="168" y="168"/>
                </a:cubicBezTo>
                <a:cubicBezTo>
                  <a:pt x="168" y="168"/>
                  <a:pt x="168" y="168"/>
                  <a:pt x="168" y="168"/>
                </a:cubicBezTo>
                <a:cubicBezTo>
                  <a:pt x="168" y="168"/>
                  <a:pt x="168" y="168"/>
                  <a:pt x="168" y="167"/>
                </a:cubicBezTo>
                <a:cubicBezTo>
                  <a:pt x="168" y="167"/>
                  <a:pt x="168" y="167"/>
                  <a:pt x="168" y="167"/>
                </a:cubicBezTo>
                <a:cubicBezTo>
                  <a:pt x="168" y="167"/>
                  <a:pt x="168" y="167"/>
                  <a:pt x="168" y="167"/>
                </a:cubicBezTo>
                <a:cubicBezTo>
                  <a:pt x="168" y="167"/>
                  <a:pt x="168" y="167"/>
                  <a:pt x="168" y="167"/>
                </a:cubicBezTo>
                <a:cubicBezTo>
                  <a:pt x="168" y="167"/>
                  <a:pt x="168" y="167"/>
                  <a:pt x="168" y="166"/>
                </a:cubicBezTo>
                <a:cubicBezTo>
                  <a:pt x="168" y="166"/>
                  <a:pt x="168" y="166"/>
                  <a:pt x="168" y="166"/>
                </a:cubicBezTo>
                <a:cubicBezTo>
                  <a:pt x="168" y="167"/>
                  <a:pt x="168" y="167"/>
                  <a:pt x="168" y="167"/>
                </a:cubicBezTo>
                <a:cubicBezTo>
                  <a:pt x="169" y="167"/>
                  <a:pt x="169" y="167"/>
                  <a:pt x="169" y="166"/>
                </a:cubicBezTo>
                <a:cubicBezTo>
                  <a:pt x="169" y="166"/>
                  <a:pt x="169" y="166"/>
                  <a:pt x="169" y="165"/>
                </a:cubicBezTo>
                <a:cubicBezTo>
                  <a:pt x="169" y="165"/>
                  <a:pt x="169" y="165"/>
                  <a:pt x="170" y="165"/>
                </a:cubicBezTo>
                <a:cubicBezTo>
                  <a:pt x="170" y="165"/>
                  <a:pt x="170" y="165"/>
                  <a:pt x="170" y="166"/>
                </a:cubicBezTo>
                <a:cubicBezTo>
                  <a:pt x="171" y="166"/>
                  <a:pt x="170" y="167"/>
                  <a:pt x="171" y="168"/>
                </a:cubicBezTo>
                <a:cubicBezTo>
                  <a:pt x="171" y="168"/>
                  <a:pt x="171" y="168"/>
                  <a:pt x="171" y="169"/>
                </a:cubicBezTo>
                <a:cubicBezTo>
                  <a:pt x="171" y="169"/>
                  <a:pt x="171" y="169"/>
                  <a:pt x="171" y="169"/>
                </a:cubicBezTo>
                <a:cubicBezTo>
                  <a:pt x="170" y="169"/>
                  <a:pt x="170" y="169"/>
                  <a:pt x="170" y="169"/>
                </a:cubicBezTo>
                <a:cubicBezTo>
                  <a:pt x="170" y="169"/>
                  <a:pt x="170" y="169"/>
                  <a:pt x="170" y="169"/>
                </a:cubicBezTo>
                <a:cubicBezTo>
                  <a:pt x="170" y="169"/>
                  <a:pt x="170" y="169"/>
                  <a:pt x="170" y="169"/>
                </a:cubicBezTo>
                <a:cubicBezTo>
                  <a:pt x="170" y="169"/>
                  <a:pt x="170" y="170"/>
                  <a:pt x="170" y="170"/>
                </a:cubicBezTo>
                <a:cubicBezTo>
                  <a:pt x="170" y="170"/>
                  <a:pt x="170" y="170"/>
                  <a:pt x="170" y="171"/>
                </a:cubicBezTo>
                <a:cubicBezTo>
                  <a:pt x="170" y="171"/>
                  <a:pt x="170" y="172"/>
                  <a:pt x="170" y="172"/>
                </a:cubicBezTo>
                <a:cubicBezTo>
                  <a:pt x="169" y="174"/>
                  <a:pt x="168" y="176"/>
                  <a:pt x="168" y="178"/>
                </a:cubicBezTo>
                <a:cubicBezTo>
                  <a:pt x="168" y="179"/>
                  <a:pt x="167" y="180"/>
                  <a:pt x="167" y="181"/>
                </a:cubicBezTo>
                <a:cubicBezTo>
                  <a:pt x="167" y="181"/>
                  <a:pt x="166" y="181"/>
                  <a:pt x="166" y="181"/>
                </a:cubicBezTo>
                <a:cubicBezTo>
                  <a:pt x="165" y="181"/>
                  <a:pt x="165" y="181"/>
                  <a:pt x="165" y="181"/>
                </a:cubicBezTo>
                <a:cubicBezTo>
                  <a:pt x="164" y="181"/>
                  <a:pt x="164" y="181"/>
                  <a:pt x="163" y="180"/>
                </a:cubicBezTo>
                <a:cubicBezTo>
                  <a:pt x="163" y="180"/>
                  <a:pt x="163" y="180"/>
                  <a:pt x="163" y="180"/>
                </a:cubicBezTo>
                <a:cubicBezTo>
                  <a:pt x="163" y="180"/>
                  <a:pt x="163" y="179"/>
                  <a:pt x="163" y="179"/>
                </a:cubicBezTo>
                <a:cubicBezTo>
                  <a:pt x="163" y="179"/>
                  <a:pt x="163" y="179"/>
                  <a:pt x="163" y="178"/>
                </a:cubicBezTo>
                <a:cubicBezTo>
                  <a:pt x="163" y="178"/>
                  <a:pt x="163" y="178"/>
                  <a:pt x="163" y="177"/>
                </a:cubicBezTo>
                <a:cubicBezTo>
                  <a:pt x="162" y="177"/>
                  <a:pt x="163" y="176"/>
                  <a:pt x="163" y="176"/>
                </a:cubicBezTo>
                <a:moveTo>
                  <a:pt x="152" y="108"/>
                </a:moveTo>
                <a:cubicBezTo>
                  <a:pt x="151" y="108"/>
                  <a:pt x="151" y="108"/>
                  <a:pt x="151" y="108"/>
                </a:cubicBezTo>
                <a:cubicBezTo>
                  <a:pt x="151" y="108"/>
                  <a:pt x="151" y="108"/>
                  <a:pt x="150" y="108"/>
                </a:cubicBezTo>
                <a:cubicBezTo>
                  <a:pt x="150" y="108"/>
                  <a:pt x="150" y="108"/>
                  <a:pt x="150" y="108"/>
                </a:cubicBezTo>
                <a:cubicBezTo>
                  <a:pt x="150" y="108"/>
                  <a:pt x="150" y="108"/>
                  <a:pt x="150" y="108"/>
                </a:cubicBezTo>
                <a:cubicBezTo>
                  <a:pt x="150" y="108"/>
                  <a:pt x="150" y="108"/>
                  <a:pt x="150" y="108"/>
                </a:cubicBezTo>
                <a:cubicBezTo>
                  <a:pt x="150" y="108"/>
                  <a:pt x="150" y="107"/>
                  <a:pt x="150" y="107"/>
                </a:cubicBezTo>
                <a:cubicBezTo>
                  <a:pt x="151" y="107"/>
                  <a:pt x="151" y="107"/>
                  <a:pt x="151" y="107"/>
                </a:cubicBezTo>
                <a:cubicBezTo>
                  <a:pt x="151" y="107"/>
                  <a:pt x="152" y="107"/>
                  <a:pt x="152" y="107"/>
                </a:cubicBezTo>
                <a:cubicBezTo>
                  <a:pt x="152" y="107"/>
                  <a:pt x="152" y="107"/>
                  <a:pt x="152" y="108"/>
                </a:cubicBezTo>
                <a:cubicBezTo>
                  <a:pt x="152" y="108"/>
                  <a:pt x="152" y="108"/>
                  <a:pt x="152" y="108"/>
                </a:cubicBezTo>
                <a:moveTo>
                  <a:pt x="141" y="108"/>
                </a:moveTo>
                <a:cubicBezTo>
                  <a:pt x="141" y="108"/>
                  <a:pt x="141" y="108"/>
                  <a:pt x="141" y="108"/>
                </a:cubicBezTo>
                <a:cubicBezTo>
                  <a:pt x="140" y="108"/>
                  <a:pt x="140" y="108"/>
                  <a:pt x="139" y="108"/>
                </a:cubicBezTo>
                <a:cubicBezTo>
                  <a:pt x="139" y="107"/>
                  <a:pt x="139"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1" y="107"/>
                  <a:pt x="141" y="107"/>
                  <a:pt x="141" y="107"/>
                </a:cubicBezTo>
                <a:cubicBezTo>
                  <a:pt x="141" y="108"/>
                  <a:pt x="142" y="108"/>
                  <a:pt x="142" y="108"/>
                </a:cubicBezTo>
                <a:cubicBezTo>
                  <a:pt x="142" y="108"/>
                  <a:pt x="142" y="108"/>
                  <a:pt x="142" y="108"/>
                </a:cubicBezTo>
                <a:cubicBezTo>
                  <a:pt x="142" y="108"/>
                  <a:pt x="142" y="108"/>
                  <a:pt x="142" y="108"/>
                </a:cubicBezTo>
                <a:cubicBezTo>
                  <a:pt x="142" y="108"/>
                  <a:pt x="142" y="108"/>
                  <a:pt x="142" y="108"/>
                </a:cubicBezTo>
                <a:cubicBezTo>
                  <a:pt x="142" y="108"/>
                  <a:pt x="143" y="108"/>
                  <a:pt x="143" y="108"/>
                </a:cubicBezTo>
                <a:cubicBezTo>
                  <a:pt x="143" y="108"/>
                  <a:pt x="143" y="108"/>
                  <a:pt x="143" y="108"/>
                </a:cubicBezTo>
                <a:cubicBezTo>
                  <a:pt x="142" y="108"/>
                  <a:pt x="141" y="108"/>
                  <a:pt x="141" y="108"/>
                </a:cubicBezTo>
                <a:moveTo>
                  <a:pt x="130" y="105"/>
                </a:moveTo>
                <a:cubicBezTo>
                  <a:pt x="130" y="105"/>
                  <a:pt x="130" y="106"/>
                  <a:pt x="129" y="106"/>
                </a:cubicBezTo>
                <a:cubicBezTo>
                  <a:pt x="129" y="105"/>
                  <a:pt x="128" y="105"/>
                  <a:pt x="127" y="105"/>
                </a:cubicBezTo>
                <a:cubicBezTo>
                  <a:pt x="127" y="105"/>
                  <a:pt x="127" y="105"/>
                  <a:pt x="127" y="104"/>
                </a:cubicBezTo>
                <a:cubicBezTo>
                  <a:pt x="127" y="104"/>
                  <a:pt x="127" y="104"/>
                  <a:pt x="128" y="104"/>
                </a:cubicBezTo>
                <a:cubicBezTo>
                  <a:pt x="128" y="104"/>
                  <a:pt x="129" y="104"/>
                  <a:pt x="129" y="104"/>
                </a:cubicBezTo>
                <a:cubicBezTo>
                  <a:pt x="130" y="104"/>
                  <a:pt x="130" y="104"/>
                  <a:pt x="130" y="104"/>
                </a:cubicBezTo>
                <a:cubicBezTo>
                  <a:pt x="130" y="104"/>
                  <a:pt x="130" y="104"/>
                  <a:pt x="130" y="104"/>
                </a:cubicBezTo>
                <a:cubicBezTo>
                  <a:pt x="130" y="104"/>
                  <a:pt x="130" y="105"/>
                  <a:pt x="130" y="105"/>
                </a:cubicBezTo>
                <a:cubicBezTo>
                  <a:pt x="130" y="105"/>
                  <a:pt x="130" y="105"/>
                  <a:pt x="130" y="105"/>
                </a:cubicBezTo>
                <a:moveTo>
                  <a:pt x="123" y="102"/>
                </a:moveTo>
                <a:cubicBezTo>
                  <a:pt x="123" y="102"/>
                  <a:pt x="123" y="102"/>
                  <a:pt x="123" y="102"/>
                </a:cubicBezTo>
                <a:cubicBezTo>
                  <a:pt x="123" y="102"/>
                  <a:pt x="123" y="102"/>
                  <a:pt x="123" y="102"/>
                </a:cubicBezTo>
                <a:cubicBezTo>
                  <a:pt x="122" y="102"/>
                  <a:pt x="122" y="103"/>
                  <a:pt x="122" y="103"/>
                </a:cubicBezTo>
                <a:cubicBezTo>
                  <a:pt x="121" y="102"/>
                  <a:pt x="122" y="102"/>
                  <a:pt x="122" y="101"/>
                </a:cubicBezTo>
                <a:cubicBezTo>
                  <a:pt x="122" y="101"/>
                  <a:pt x="122" y="100"/>
                  <a:pt x="122" y="100"/>
                </a:cubicBezTo>
                <a:cubicBezTo>
                  <a:pt x="122" y="100"/>
                  <a:pt x="122" y="100"/>
                  <a:pt x="122" y="100"/>
                </a:cubicBezTo>
                <a:cubicBezTo>
                  <a:pt x="122" y="100"/>
                  <a:pt x="122" y="100"/>
                  <a:pt x="123" y="100"/>
                </a:cubicBezTo>
                <a:cubicBezTo>
                  <a:pt x="123" y="100"/>
                  <a:pt x="124" y="100"/>
                  <a:pt x="123" y="101"/>
                </a:cubicBezTo>
                <a:cubicBezTo>
                  <a:pt x="123" y="101"/>
                  <a:pt x="123" y="101"/>
                  <a:pt x="123" y="101"/>
                </a:cubicBezTo>
                <a:cubicBezTo>
                  <a:pt x="123" y="101"/>
                  <a:pt x="123" y="101"/>
                  <a:pt x="123" y="102"/>
                </a:cubicBezTo>
                <a:moveTo>
                  <a:pt x="123" y="99"/>
                </a:moveTo>
                <a:cubicBezTo>
                  <a:pt x="123" y="99"/>
                  <a:pt x="123" y="99"/>
                  <a:pt x="123"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8"/>
                  <a:pt x="122" y="98"/>
                  <a:pt x="122" y="98"/>
                </a:cubicBezTo>
                <a:cubicBezTo>
                  <a:pt x="122" y="98"/>
                  <a:pt x="122" y="98"/>
                  <a:pt x="122" y="98"/>
                </a:cubicBezTo>
                <a:cubicBezTo>
                  <a:pt x="122" y="98"/>
                  <a:pt x="122" y="98"/>
                  <a:pt x="122" y="98"/>
                </a:cubicBezTo>
                <a:cubicBezTo>
                  <a:pt x="122" y="98"/>
                  <a:pt x="122" y="98"/>
                  <a:pt x="122" y="98"/>
                </a:cubicBezTo>
                <a:cubicBezTo>
                  <a:pt x="122" y="98"/>
                  <a:pt x="123" y="97"/>
                  <a:pt x="123" y="97"/>
                </a:cubicBezTo>
                <a:cubicBezTo>
                  <a:pt x="123" y="97"/>
                  <a:pt x="123" y="97"/>
                  <a:pt x="123" y="97"/>
                </a:cubicBezTo>
                <a:cubicBezTo>
                  <a:pt x="123" y="97"/>
                  <a:pt x="123" y="97"/>
                  <a:pt x="123" y="97"/>
                </a:cubicBezTo>
                <a:cubicBezTo>
                  <a:pt x="123" y="97"/>
                  <a:pt x="123" y="97"/>
                  <a:pt x="123" y="97"/>
                </a:cubicBezTo>
                <a:cubicBezTo>
                  <a:pt x="123" y="98"/>
                  <a:pt x="123" y="99"/>
                  <a:pt x="123" y="99"/>
                </a:cubicBezTo>
                <a:cubicBezTo>
                  <a:pt x="123" y="99"/>
                  <a:pt x="123" y="99"/>
                  <a:pt x="123" y="99"/>
                </a:cubicBezTo>
                <a:moveTo>
                  <a:pt x="87" y="43"/>
                </a:moveTo>
                <a:cubicBezTo>
                  <a:pt x="87" y="43"/>
                  <a:pt x="87" y="43"/>
                  <a:pt x="87" y="43"/>
                </a:cubicBezTo>
                <a:cubicBezTo>
                  <a:pt x="87" y="43"/>
                  <a:pt x="87" y="43"/>
                  <a:pt x="87" y="43"/>
                </a:cubicBezTo>
                <a:cubicBezTo>
                  <a:pt x="87" y="43"/>
                  <a:pt x="86" y="43"/>
                  <a:pt x="86" y="43"/>
                </a:cubicBezTo>
                <a:cubicBezTo>
                  <a:pt x="86" y="43"/>
                  <a:pt x="85" y="43"/>
                  <a:pt x="84" y="43"/>
                </a:cubicBezTo>
                <a:cubicBezTo>
                  <a:pt x="84" y="43"/>
                  <a:pt x="84" y="43"/>
                  <a:pt x="84" y="42"/>
                </a:cubicBezTo>
                <a:cubicBezTo>
                  <a:pt x="84" y="42"/>
                  <a:pt x="85" y="42"/>
                  <a:pt x="85" y="42"/>
                </a:cubicBezTo>
                <a:cubicBezTo>
                  <a:pt x="86" y="42"/>
                  <a:pt x="86" y="42"/>
                  <a:pt x="87" y="42"/>
                </a:cubicBezTo>
                <a:cubicBezTo>
                  <a:pt x="87" y="42"/>
                  <a:pt x="87" y="42"/>
                  <a:pt x="87" y="42"/>
                </a:cubicBezTo>
                <a:cubicBezTo>
                  <a:pt x="87" y="42"/>
                  <a:pt x="87" y="42"/>
                  <a:pt x="87" y="42"/>
                </a:cubicBezTo>
                <a:cubicBezTo>
                  <a:pt x="87" y="42"/>
                  <a:pt x="87" y="42"/>
                  <a:pt x="87" y="42"/>
                </a:cubicBezTo>
                <a:cubicBezTo>
                  <a:pt x="87" y="42"/>
                  <a:pt x="86" y="42"/>
                  <a:pt x="86" y="43"/>
                </a:cubicBezTo>
                <a:cubicBezTo>
                  <a:pt x="87" y="43"/>
                  <a:pt x="87" y="43"/>
                  <a:pt x="87" y="43"/>
                </a:cubicBezTo>
                <a:cubicBezTo>
                  <a:pt x="87" y="43"/>
                  <a:pt x="87" y="43"/>
                  <a:pt x="87" y="43"/>
                </a:cubicBezTo>
                <a:moveTo>
                  <a:pt x="85" y="42"/>
                </a:moveTo>
                <a:cubicBezTo>
                  <a:pt x="85" y="42"/>
                  <a:pt x="85" y="42"/>
                  <a:pt x="85" y="42"/>
                </a:cubicBezTo>
                <a:cubicBezTo>
                  <a:pt x="85" y="42"/>
                  <a:pt x="84" y="42"/>
                  <a:pt x="84" y="42"/>
                </a:cubicBezTo>
                <a:cubicBezTo>
                  <a:pt x="84" y="42"/>
                  <a:pt x="84" y="42"/>
                  <a:pt x="84" y="42"/>
                </a:cubicBezTo>
                <a:cubicBezTo>
                  <a:pt x="84" y="42"/>
                  <a:pt x="84" y="42"/>
                  <a:pt x="84" y="42"/>
                </a:cubicBezTo>
                <a:cubicBezTo>
                  <a:pt x="84" y="42"/>
                  <a:pt x="84" y="42"/>
                  <a:pt x="84" y="42"/>
                </a:cubicBezTo>
                <a:cubicBezTo>
                  <a:pt x="84" y="42"/>
                  <a:pt x="85" y="42"/>
                  <a:pt x="85" y="42"/>
                </a:cubicBezTo>
                <a:cubicBezTo>
                  <a:pt x="85" y="42"/>
                  <a:pt x="86" y="41"/>
                  <a:pt x="86" y="41"/>
                </a:cubicBezTo>
                <a:cubicBezTo>
                  <a:pt x="86" y="41"/>
                  <a:pt x="86" y="41"/>
                  <a:pt x="86" y="41"/>
                </a:cubicBezTo>
                <a:cubicBezTo>
                  <a:pt x="86" y="42"/>
                  <a:pt x="86" y="42"/>
                  <a:pt x="85" y="42"/>
                </a:cubicBezTo>
                <a:moveTo>
                  <a:pt x="83" y="41"/>
                </a:moveTo>
                <a:cubicBezTo>
                  <a:pt x="83" y="41"/>
                  <a:pt x="84" y="41"/>
                  <a:pt x="84" y="41"/>
                </a:cubicBezTo>
                <a:cubicBezTo>
                  <a:pt x="84" y="41"/>
                  <a:pt x="84" y="41"/>
                  <a:pt x="84" y="41"/>
                </a:cubicBezTo>
                <a:cubicBezTo>
                  <a:pt x="84" y="41"/>
                  <a:pt x="83" y="42"/>
                  <a:pt x="83" y="42"/>
                </a:cubicBezTo>
                <a:cubicBezTo>
                  <a:pt x="83" y="42"/>
                  <a:pt x="83" y="41"/>
                  <a:pt x="83" y="41"/>
                </a:cubicBezTo>
                <a:moveTo>
                  <a:pt x="85" y="37"/>
                </a:moveTo>
                <a:cubicBezTo>
                  <a:pt x="85" y="37"/>
                  <a:pt x="85" y="36"/>
                  <a:pt x="85" y="36"/>
                </a:cubicBezTo>
                <a:cubicBezTo>
                  <a:pt x="85" y="36"/>
                  <a:pt x="84" y="36"/>
                  <a:pt x="84" y="36"/>
                </a:cubicBezTo>
                <a:cubicBezTo>
                  <a:pt x="84" y="36"/>
                  <a:pt x="85" y="36"/>
                  <a:pt x="85" y="35"/>
                </a:cubicBezTo>
                <a:cubicBezTo>
                  <a:pt x="85" y="36"/>
                  <a:pt x="85" y="36"/>
                  <a:pt x="86" y="36"/>
                </a:cubicBezTo>
                <a:cubicBezTo>
                  <a:pt x="86" y="36"/>
                  <a:pt x="86" y="36"/>
                  <a:pt x="86" y="36"/>
                </a:cubicBezTo>
                <a:cubicBezTo>
                  <a:pt x="86" y="36"/>
                  <a:pt x="86" y="36"/>
                  <a:pt x="86" y="36"/>
                </a:cubicBezTo>
                <a:cubicBezTo>
                  <a:pt x="86" y="36"/>
                  <a:pt x="85" y="37"/>
                  <a:pt x="85" y="37"/>
                </a:cubicBezTo>
                <a:moveTo>
                  <a:pt x="84" y="37"/>
                </a:moveTo>
                <a:cubicBezTo>
                  <a:pt x="84" y="37"/>
                  <a:pt x="84" y="37"/>
                  <a:pt x="84" y="37"/>
                </a:cubicBezTo>
                <a:cubicBezTo>
                  <a:pt x="84" y="37"/>
                  <a:pt x="84" y="37"/>
                  <a:pt x="84" y="37"/>
                </a:cubicBezTo>
                <a:cubicBezTo>
                  <a:pt x="85" y="37"/>
                  <a:pt x="85" y="37"/>
                  <a:pt x="84" y="37"/>
                </a:cubicBezTo>
                <a:moveTo>
                  <a:pt x="84" y="37"/>
                </a:moveTo>
                <a:cubicBezTo>
                  <a:pt x="84" y="37"/>
                  <a:pt x="84" y="37"/>
                  <a:pt x="84" y="37"/>
                </a:cubicBezTo>
                <a:cubicBezTo>
                  <a:pt x="84" y="37"/>
                  <a:pt x="84" y="37"/>
                  <a:pt x="84" y="37"/>
                </a:cubicBezTo>
                <a:cubicBezTo>
                  <a:pt x="84" y="37"/>
                  <a:pt x="84" y="37"/>
                  <a:pt x="84" y="37"/>
                </a:cubicBezTo>
                <a:moveTo>
                  <a:pt x="85" y="39"/>
                </a:moveTo>
                <a:cubicBezTo>
                  <a:pt x="85" y="39"/>
                  <a:pt x="84" y="39"/>
                  <a:pt x="84" y="39"/>
                </a:cubicBezTo>
                <a:cubicBezTo>
                  <a:pt x="84" y="39"/>
                  <a:pt x="84" y="38"/>
                  <a:pt x="85" y="38"/>
                </a:cubicBezTo>
                <a:cubicBezTo>
                  <a:pt x="85" y="38"/>
                  <a:pt x="85" y="38"/>
                  <a:pt x="85" y="38"/>
                </a:cubicBezTo>
                <a:cubicBezTo>
                  <a:pt x="85" y="39"/>
                  <a:pt x="85" y="39"/>
                  <a:pt x="85" y="39"/>
                </a:cubicBezTo>
                <a:cubicBezTo>
                  <a:pt x="85" y="39"/>
                  <a:pt x="85" y="39"/>
                  <a:pt x="85" y="39"/>
                </a:cubicBezTo>
                <a:moveTo>
                  <a:pt x="86" y="47"/>
                </a:moveTo>
                <a:cubicBezTo>
                  <a:pt x="86" y="47"/>
                  <a:pt x="86" y="47"/>
                  <a:pt x="86" y="47"/>
                </a:cubicBezTo>
                <a:cubicBezTo>
                  <a:pt x="86" y="47"/>
                  <a:pt x="86" y="47"/>
                  <a:pt x="86" y="47"/>
                </a:cubicBezTo>
                <a:cubicBezTo>
                  <a:pt x="86" y="47"/>
                  <a:pt x="85" y="47"/>
                  <a:pt x="85" y="48"/>
                </a:cubicBezTo>
                <a:cubicBezTo>
                  <a:pt x="85" y="48"/>
                  <a:pt x="85" y="48"/>
                  <a:pt x="85" y="48"/>
                </a:cubicBezTo>
                <a:cubicBezTo>
                  <a:pt x="85" y="48"/>
                  <a:pt x="85" y="48"/>
                  <a:pt x="85" y="48"/>
                </a:cubicBezTo>
                <a:cubicBezTo>
                  <a:pt x="85" y="48"/>
                  <a:pt x="85" y="48"/>
                  <a:pt x="84" y="48"/>
                </a:cubicBezTo>
                <a:cubicBezTo>
                  <a:pt x="84" y="48"/>
                  <a:pt x="84" y="48"/>
                  <a:pt x="84" y="48"/>
                </a:cubicBezTo>
                <a:cubicBezTo>
                  <a:pt x="84" y="48"/>
                  <a:pt x="84" y="48"/>
                  <a:pt x="84" y="48"/>
                </a:cubicBezTo>
                <a:cubicBezTo>
                  <a:pt x="84" y="48"/>
                  <a:pt x="84" y="47"/>
                  <a:pt x="84" y="47"/>
                </a:cubicBezTo>
                <a:cubicBezTo>
                  <a:pt x="84" y="47"/>
                  <a:pt x="85" y="47"/>
                  <a:pt x="85" y="47"/>
                </a:cubicBezTo>
                <a:cubicBezTo>
                  <a:pt x="85" y="47"/>
                  <a:pt x="85" y="46"/>
                  <a:pt x="86" y="46"/>
                </a:cubicBezTo>
                <a:cubicBezTo>
                  <a:pt x="86" y="46"/>
                  <a:pt x="86" y="46"/>
                  <a:pt x="86" y="46"/>
                </a:cubicBezTo>
                <a:cubicBezTo>
                  <a:pt x="86" y="46"/>
                  <a:pt x="86" y="47"/>
                  <a:pt x="86" y="47"/>
                </a:cubicBezTo>
                <a:cubicBezTo>
                  <a:pt x="86" y="47"/>
                  <a:pt x="86" y="47"/>
                  <a:pt x="86" y="47"/>
                </a:cubicBezTo>
                <a:moveTo>
                  <a:pt x="66" y="74"/>
                </a:moveTo>
                <a:cubicBezTo>
                  <a:pt x="66" y="74"/>
                  <a:pt x="67" y="73"/>
                  <a:pt x="67" y="73"/>
                </a:cubicBezTo>
                <a:cubicBezTo>
                  <a:pt x="67" y="73"/>
                  <a:pt x="67" y="73"/>
                  <a:pt x="67" y="73"/>
                </a:cubicBezTo>
                <a:cubicBezTo>
                  <a:pt x="67" y="73"/>
                  <a:pt x="67" y="73"/>
                  <a:pt x="67" y="73"/>
                </a:cubicBezTo>
                <a:cubicBezTo>
                  <a:pt x="67" y="74"/>
                  <a:pt x="67" y="74"/>
                  <a:pt x="66" y="74"/>
                </a:cubicBezTo>
                <a:cubicBezTo>
                  <a:pt x="66" y="74"/>
                  <a:pt x="66" y="74"/>
                  <a:pt x="66" y="74"/>
                </a:cubicBezTo>
                <a:moveTo>
                  <a:pt x="59" y="100"/>
                </a:moveTo>
                <a:cubicBezTo>
                  <a:pt x="59" y="100"/>
                  <a:pt x="59" y="100"/>
                  <a:pt x="59" y="100"/>
                </a:cubicBezTo>
                <a:cubicBezTo>
                  <a:pt x="59" y="100"/>
                  <a:pt x="59" y="100"/>
                  <a:pt x="59" y="100"/>
                </a:cubicBezTo>
                <a:cubicBezTo>
                  <a:pt x="59" y="100"/>
                  <a:pt x="59" y="100"/>
                  <a:pt x="59" y="100"/>
                </a:cubicBezTo>
                <a:cubicBezTo>
                  <a:pt x="59" y="100"/>
                  <a:pt x="59" y="100"/>
                  <a:pt x="59" y="100"/>
                </a:cubicBezTo>
                <a:cubicBezTo>
                  <a:pt x="59" y="99"/>
                  <a:pt x="59" y="99"/>
                  <a:pt x="59" y="99"/>
                </a:cubicBezTo>
                <a:cubicBezTo>
                  <a:pt x="59" y="99"/>
                  <a:pt x="59" y="99"/>
                  <a:pt x="59" y="99"/>
                </a:cubicBezTo>
                <a:cubicBezTo>
                  <a:pt x="59" y="99"/>
                  <a:pt x="59" y="99"/>
                  <a:pt x="59" y="99"/>
                </a:cubicBezTo>
                <a:cubicBezTo>
                  <a:pt x="58" y="99"/>
                  <a:pt x="58" y="99"/>
                  <a:pt x="57" y="100"/>
                </a:cubicBezTo>
                <a:cubicBezTo>
                  <a:pt x="57" y="100"/>
                  <a:pt x="57" y="100"/>
                  <a:pt x="57" y="100"/>
                </a:cubicBezTo>
                <a:cubicBezTo>
                  <a:pt x="57" y="100"/>
                  <a:pt x="57" y="100"/>
                  <a:pt x="57" y="100"/>
                </a:cubicBezTo>
                <a:cubicBezTo>
                  <a:pt x="57" y="100"/>
                  <a:pt x="58" y="99"/>
                  <a:pt x="58" y="99"/>
                </a:cubicBezTo>
                <a:cubicBezTo>
                  <a:pt x="58" y="99"/>
                  <a:pt x="58" y="99"/>
                  <a:pt x="58" y="99"/>
                </a:cubicBezTo>
                <a:cubicBezTo>
                  <a:pt x="58" y="99"/>
                  <a:pt x="58"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6" y="99"/>
                  <a:pt x="56" y="99"/>
                  <a:pt x="56" y="99"/>
                </a:cubicBezTo>
                <a:cubicBezTo>
                  <a:pt x="55" y="99"/>
                  <a:pt x="55" y="99"/>
                  <a:pt x="54" y="99"/>
                </a:cubicBezTo>
                <a:cubicBezTo>
                  <a:pt x="54" y="99"/>
                  <a:pt x="53" y="99"/>
                  <a:pt x="53" y="99"/>
                </a:cubicBezTo>
                <a:cubicBezTo>
                  <a:pt x="53" y="99"/>
                  <a:pt x="53" y="99"/>
                  <a:pt x="53" y="98"/>
                </a:cubicBezTo>
                <a:cubicBezTo>
                  <a:pt x="53" y="98"/>
                  <a:pt x="54" y="98"/>
                  <a:pt x="54" y="97"/>
                </a:cubicBezTo>
                <a:cubicBezTo>
                  <a:pt x="54" y="97"/>
                  <a:pt x="54" y="97"/>
                  <a:pt x="54" y="97"/>
                </a:cubicBezTo>
                <a:cubicBezTo>
                  <a:pt x="54" y="97"/>
                  <a:pt x="54" y="97"/>
                  <a:pt x="54" y="97"/>
                </a:cubicBezTo>
                <a:cubicBezTo>
                  <a:pt x="54" y="97"/>
                  <a:pt x="54" y="97"/>
                  <a:pt x="55" y="97"/>
                </a:cubicBezTo>
                <a:cubicBezTo>
                  <a:pt x="54" y="96"/>
                  <a:pt x="54" y="96"/>
                  <a:pt x="54" y="96"/>
                </a:cubicBezTo>
                <a:cubicBezTo>
                  <a:pt x="54" y="95"/>
                  <a:pt x="55" y="94"/>
                  <a:pt x="56" y="93"/>
                </a:cubicBezTo>
                <a:cubicBezTo>
                  <a:pt x="56" y="93"/>
                  <a:pt x="57" y="93"/>
                  <a:pt x="57" y="93"/>
                </a:cubicBezTo>
                <a:cubicBezTo>
                  <a:pt x="57" y="93"/>
                  <a:pt x="57" y="93"/>
                  <a:pt x="57" y="93"/>
                </a:cubicBezTo>
                <a:cubicBezTo>
                  <a:pt x="57" y="93"/>
                  <a:pt x="57" y="93"/>
                  <a:pt x="57" y="93"/>
                </a:cubicBezTo>
                <a:cubicBezTo>
                  <a:pt x="57" y="93"/>
                  <a:pt x="57" y="93"/>
                  <a:pt x="57" y="93"/>
                </a:cubicBezTo>
                <a:cubicBezTo>
                  <a:pt x="57" y="93"/>
                  <a:pt x="57" y="93"/>
                  <a:pt x="57" y="93"/>
                </a:cubicBezTo>
                <a:cubicBezTo>
                  <a:pt x="57" y="94"/>
                  <a:pt x="56" y="95"/>
                  <a:pt x="56" y="96"/>
                </a:cubicBezTo>
                <a:cubicBezTo>
                  <a:pt x="56" y="96"/>
                  <a:pt x="56" y="95"/>
                  <a:pt x="57" y="95"/>
                </a:cubicBezTo>
                <a:cubicBezTo>
                  <a:pt x="57" y="95"/>
                  <a:pt x="57" y="95"/>
                  <a:pt x="57" y="95"/>
                </a:cubicBezTo>
                <a:cubicBezTo>
                  <a:pt x="57" y="96"/>
                  <a:pt x="57" y="96"/>
                  <a:pt x="57" y="96"/>
                </a:cubicBezTo>
                <a:cubicBezTo>
                  <a:pt x="57" y="96"/>
                  <a:pt x="57" y="96"/>
                  <a:pt x="57" y="96"/>
                </a:cubicBezTo>
                <a:cubicBezTo>
                  <a:pt x="57" y="96"/>
                  <a:pt x="57" y="96"/>
                  <a:pt x="57" y="96"/>
                </a:cubicBezTo>
                <a:cubicBezTo>
                  <a:pt x="57" y="96"/>
                  <a:pt x="58" y="97"/>
                  <a:pt x="58" y="96"/>
                </a:cubicBezTo>
                <a:cubicBezTo>
                  <a:pt x="58" y="96"/>
                  <a:pt x="58" y="96"/>
                  <a:pt x="58" y="96"/>
                </a:cubicBezTo>
                <a:cubicBezTo>
                  <a:pt x="59" y="96"/>
                  <a:pt x="59" y="96"/>
                  <a:pt x="60" y="96"/>
                </a:cubicBezTo>
                <a:cubicBezTo>
                  <a:pt x="59" y="97"/>
                  <a:pt x="59" y="97"/>
                  <a:pt x="59" y="97"/>
                </a:cubicBezTo>
                <a:cubicBezTo>
                  <a:pt x="59" y="97"/>
                  <a:pt x="59" y="97"/>
                  <a:pt x="59" y="97"/>
                </a:cubicBezTo>
                <a:cubicBezTo>
                  <a:pt x="59" y="97"/>
                  <a:pt x="59" y="97"/>
                  <a:pt x="59" y="97"/>
                </a:cubicBezTo>
                <a:cubicBezTo>
                  <a:pt x="59" y="97"/>
                  <a:pt x="59" y="97"/>
                  <a:pt x="59" y="98"/>
                </a:cubicBezTo>
                <a:cubicBezTo>
                  <a:pt x="59" y="98"/>
                  <a:pt x="60" y="97"/>
                  <a:pt x="60" y="97"/>
                </a:cubicBezTo>
                <a:cubicBezTo>
                  <a:pt x="60" y="97"/>
                  <a:pt x="60" y="97"/>
                  <a:pt x="60" y="97"/>
                </a:cubicBezTo>
                <a:cubicBezTo>
                  <a:pt x="60" y="98"/>
                  <a:pt x="60" y="98"/>
                  <a:pt x="60" y="98"/>
                </a:cubicBezTo>
                <a:cubicBezTo>
                  <a:pt x="60" y="98"/>
                  <a:pt x="60" y="98"/>
                  <a:pt x="59" y="98"/>
                </a:cubicBezTo>
                <a:cubicBezTo>
                  <a:pt x="59" y="98"/>
                  <a:pt x="59" y="98"/>
                  <a:pt x="59" y="98"/>
                </a:cubicBezTo>
                <a:cubicBezTo>
                  <a:pt x="59" y="98"/>
                  <a:pt x="59" y="99"/>
                  <a:pt x="59" y="99"/>
                </a:cubicBezTo>
                <a:cubicBezTo>
                  <a:pt x="59" y="99"/>
                  <a:pt x="59" y="99"/>
                  <a:pt x="59" y="99"/>
                </a:cubicBezTo>
                <a:cubicBezTo>
                  <a:pt x="60" y="99"/>
                  <a:pt x="60" y="99"/>
                  <a:pt x="60" y="98"/>
                </a:cubicBezTo>
                <a:cubicBezTo>
                  <a:pt x="60" y="98"/>
                  <a:pt x="60" y="98"/>
                  <a:pt x="60" y="99"/>
                </a:cubicBezTo>
                <a:cubicBezTo>
                  <a:pt x="60" y="99"/>
                  <a:pt x="60" y="99"/>
                  <a:pt x="60" y="99"/>
                </a:cubicBezTo>
                <a:cubicBezTo>
                  <a:pt x="60" y="99"/>
                  <a:pt x="60" y="99"/>
                  <a:pt x="60" y="99"/>
                </a:cubicBezTo>
                <a:cubicBezTo>
                  <a:pt x="60" y="99"/>
                  <a:pt x="60" y="100"/>
                  <a:pt x="60" y="100"/>
                </a:cubicBezTo>
                <a:cubicBezTo>
                  <a:pt x="60" y="100"/>
                  <a:pt x="60" y="100"/>
                  <a:pt x="59" y="100"/>
                </a:cubicBezTo>
                <a:moveTo>
                  <a:pt x="59" y="166"/>
                </a:moveTo>
                <a:cubicBezTo>
                  <a:pt x="59" y="166"/>
                  <a:pt x="58" y="166"/>
                  <a:pt x="57" y="166"/>
                </a:cubicBezTo>
                <a:cubicBezTo>
                  <a:pt x="57" y="166"/>
                  <a:pt x="57" y="165"/>
                  <a:pt x="57" y="164"/>
                </a:cubicBezTo>
                <a:cubicBezTo>
                  <a:pt x="58" y="164"/>
                  <a:pt x="59" y="164"/>
                  <a:pt x="59" y="165"/>
                </a:cubicBezTo>
                <a:cubicBezTo>
                  <a:pt x="59" y="165"/>
                  <a:pt x="59" y="166"/>
                  <a:pt x="59" y="166"/>
                </a:cubicBezTo>
                <a:moveTo>
                  <a:pt x="58" y="54"/>
                </a:moveTo>
                <a:cubicBezTo>
                  <a:pt x="59" y="55"/>
                  <a:pt x="58" y="55"/>
                  <a:pt x="58" y="55"/>
                </a:cubicBezTo>
                <a:cubicBezTo>
                  <a:pt x="58" y="55"/>
                  <a:pt x="58" y="55"/>
                  <a:pt x="58" y="55"/>
                </a:cubicBezTo>
                <a:cubicBezTo>
                  <a:pt x="58" y="55"/>
                  <a:pt x="58" y="55"/>
                  <a:pt x="58" y="54"/>
                </a:cubicBezTo>
                <a:moveTo>
                  <a:pt x="50" y="101"/>
                </a:moveTo>
                <a:cubicBezTo>
                  <a:pt x="50" y="101"/>
                  <a:pt x="51" y="100"/>
                  <a:pt x="51" y="100"/>
                </a:cubicBezTo>
                <a:cubicBezTo>
                  <a:pt x="52" y="100"/>
                  <a:pt x="52" y="100"/>
                  <a:pt x="52" y="100"/>
                </a:cubicBezTo>
                <a:cubicBezTo>
                  <a:pt x="52" y="100"/>
                  <a:pt x="51" y="101"/>
                  <a:pt x="51" y="101"/>
                </a:cubicBezTo>
                <a:cubicBezTo>
                  <a:pt x="51" y="101"/>
                  <a:pt x="51" y="101"/>
                  <a:pt x="51" y="101"/>
                </a:cubicBezTo>
                <a:cubicBezTo>
                  <a:pt x="51" y="101"/>
                  <a:pt x="51" y="101"/>
                  <a:pt x="51" y="101"/>
                </a:cubicBezTo>
                <a:cubicBezTo>
                  <a:pt x="51" y="101"/>
                  <a:pt x="52" y="100"/>
                  <a:pt x="52" y="101"/>
                </a:cubicBezTo>
                <a:cubicBezTo>
                  <a:pt x="52" y="102"/>
                  <a:pt x="51" y="102"/>
                  <a:pt x="50" y="101"/>
                </a:cubicBezTo>
                <a:moveTo>
                  <a:pt x="44" y="138"/>
                </a:moveTo>
                <a:cubicBezTo>
                  <a:pt x="44" y="138"/>
                  <a:pt x="44" y="138"/>
                  <a:pt x="43" y="138"/>
                </a:cubicBezTo>
                <a:cubicBezTo>
                  <a:pt x="43" y="138"/>
                  <a:pt x="43" y="138"/>
                  <a:pt x="43" y="137"/>
                </a:cubicBezTo>
                <a:cubicBezTo>
                  <a:pt x="43" y="137"/>
                  <a:pt x="43" y="137"/>
                  <a:pt x="43" y="137"/>
                </a:cubicBezTo>
                <a:cubicBezTo>
                  <a:pt x="44" y="137"/>
                  <a:pt x="45" y="137"/>
                  <a:pt x="45" y="137"/>
                </a:cubicBezTo>
                <a:cubicBezTo>
                  <a:pt x="45" y="138"/>
                  <a:pt x="45" y="138"/>
                  <a:pt x="44" y="138"/>
                </a:cubicBezTo>
                <a:moveTo>
                  <a:pt x="44" y="152"/>
                </a:moveTo>
                <a:cubicBezTo>
                  <a:pt x="44" y="152"/>
                  <a:pt x="44" y="152"/>
                  <a:pt x="44" y="152"/>
                </a:cubicBezTo>
                <a:cubicBezTo>
                  <a:pt x="44" y="152"/>
                  <a:pt x="44" y="152"/>
                  <a:pt x="44" y="152"/>
                </a:cubicBezTo>
                <a:cubicBezTo>
                  <a:pt x="44" y="152"/>
                  <a:pt x="44" y="152"/>
                  <a:pt x="44" y="152"/>
                </a:cubicBezTo>
                <a:cubicBezTo>
                  <a:pt x="44" y="152"/>
                  <a:pt x="44" y="152"/>
                  <a:pt x="44" y="152"/>
                </a:cubicBezTo>
                <a:cubicBezTo>
                  <a:pt x="45" y="152"/>
                  <a:pt x="45" y="152"/>
                  <a:pt x="45" y="152"/>
                </a:cubicBezTo>
                <a:cubicBezTo>
                  <a:pt x="45" y="152"/>
                  <a:pt x="45" y="152"/>
                  <a:pt x="45" y="152"/>
                </a:cubicBezTo>
                <a:cubicBezTo>
                  <a:pt x="44" y="152"/>
                  <a:pt x="45" y="152"/>
                  <a:pt x="44" y="152"/>
                </a:cubicBezTo>
                <a:cubicBezTo>
                  <a:pt x="44" y="152"/>
                  <a:pt x="44" y="152"/>
                  <a:pt x="43" y="152"/>
                </a:cubicBezTo>
                <a:cubicBezTo>
                  <a:pt x="43" y="152"/>
                  <a:pt x="43" y="152"/>
                  <a:pt x="43" y="152"/>
                </a:cubicBezTo>
                <a:cubicBezTo>
                  <a:pt x="43" y="152"/>
                  <a:pt x="44" y="152"/>
                  <a:pt x="44" y="152"/>
                </a:cubicBezTo>
                <a:cubicBezTo>
                  <a:pt x="44" y="152"/>
                  <a:pt x="44" y="152"/>
                  <a:pt x="44" y="152"/>
                </a:cubicBezTo>
                <a:moveTo>
                  <a:pt x="41" y="137"/>
                </a:moveTo>
                <a:cubicBezTo>
                  <a:pt x="41" y="137"/>
                  <a:pt x="40" y="137"/>
                  <a:pt x="40" y="137"/>
                </a:cubicBezTo>
                <a:cubicBezTo>
                  <a:pt x="40" y="137"/>
                  <a:pt x="40" y="138"/>
                  <a:pt x="40" y="138"/>
                </a:cubicBezTo>
                <a:cubicBezTo>
                  <a:pt x="39" y="137"/>
                  <a:pt x="39" y="137"/>
                  <a:pt x="39" y="137"/>
                </a:cubicBezTo>
                <a:cubicBezTo>
                  <a:pt x="39" y="138"/>
                  <a:pt x="39" y="138"/>
                  <a:pt x="38" y="138"/>
                </a:cubicBezTo>
                <a:cubicBezTo>
                  <a:pt x="38" y="138"/>
                  <a:pt x="38" y="138"/>
                  <a:pt x="38" y="138"/>
                </a:cubicBezTo>
                <a:cubicBezTo>
                  <a:pt x="37" y="138"/>
                  <a:pt x="37" y="138"/>
                  <a:pt x="37" y="138"/>
                </a:cubicBezTo>
                <a:cubicBezTo>
                  <a:pt x="36" y="138"/>
                  <a:pt x="36" y="138"/>
                  <a:pt x="36" y="138"/>
                </a:cubicBezTo>
                <a:cubicBezTo>
                  <a:pt x="36" y="138"/>
                  <a:pt x="36" y="138"/>
                  <a:pt x="35" y="138"/>
                </a:cubicBezTo>
                <a:cubicBezTo>
                  <a:pt x="35" y="138"/>
                  <a:pt x="35" y="138"/>
                  <a:pt x="35" y="137"/>
                </a:cubicBezTo>
                <a:cubicBezTo>
                  <a:pt x="35" y="137"/>
                  <a:pt x="35" y="137"/>
                  <a:pt x="35" y="137"/>
                </a:cubicBezTo>
                <a:cubicBezTo>
                  <a:pt x="35" y="137"/>
                  <a:pt x="35" y="137"/>
                  <a:pt x="35" y="137"/>
                </a:cubicBezTo>
                <a:cubicBezTo>
                  <a:pt x="36" y="137"/>
                  <a:pt x="37" y="137"/>
                  <a:pt x="37" y="137"/>
                </a:cubicBezTo>
                <a:cubicBezTo>
                  <a:pt x="37" y="137"/>
                  <a:pt x="37" y="137"/>
                  <a:pt x="37" y="137"/>
                </a:cubicBezTo>
                <a:cubicBezTo>
                  <a:pt x="37" y="137"/>
                  <a:pt x="37" y="137"/>
                  <a:pt x="37" y="136"/>
                </a:cubicBezTo>
                <a:cubicBezTo>
                  <a:pt x="37" y="136"/>
                  <a:pt x="36" y="136"/>
                  <a:pt x="36" y="136"/>
                </a:cubicBezTo>
                <a:cubicBezTo>
                  <a:pt x="36" y="136"/>
                  <a:pt x="36" y="136"/>
                  <a:pt x="36" y="136"/>
                </a:cubicBezTo>
                <a:cubicBezTo>
                  <a:pt x="36" y="136"/>
                  <a:pt x="36" y="136"/>
                  <a:pt x="36" y="136"/>
                </a:cubicBezTo>
                <a:cubicBezTo>
                  <a:pt x="36" y="136"/>
                  <a:pt x="36" y="136"/>
                  <a:pt x="36" y="136"/>
                </a:cubicBezTo>
                <a:cubicBezTo>
                  <a:pt x="37" y="136"/>
                  <a:pt x="37" y="136"/>
                  <a:pt x="38" y="136"/>
                </a:cubicBezTo>
                <a:cubicBezTo>
                  <a:pt x="38" y="136"/>
                  <a:pt x="38" y="136"/>
                  <a:pt x="38" y="136"/>
                </a:cubicBezTo>
                <a:cubicBezTo>
                  <a:pt x="38" y="136"/>
                  <a:pt x="39" y="136"/>
                  <a:pt x="39" y="136"/>
                </a:cubicBezTo>
                <a:cubicBezTo>
                  <a:pt x="39" y="136"/>
                  <a:pt x="39" y="136"/>
                  <a:pt x="39" y="136"/>
                </a:cubicBezTo>
                <a:cubicBezTo>
                  <a:pt x="39" y="136"/>
                  <a:pt x="40" y="136"/>
                  <a:pt x="40" y="136"/>
                </a:cubicBezTo>
                <a:cubicBezTo>
                  <a:pt x="40" y="137"/>
                  <a:pt x="42" y="137"/>
                  <a:pt x="42" y="137"/>
                </a:cubicBezTo>
                <a:cubicBezTo>
                  <a:pt x="42" y="137"/>
                  <a:pt x="42" y="138"/>
                  <a:pt x="42" y="138"/>
                </a:cubicBezTo>
                <a:cubicBezTo>
                  <a:pt x="41" y="138"/>
                  <a:pt x="41" y="137"/>
                  <a:pt x="41" y="137"/>
                </a:cubicBezTo>
                <a:moveTo>
                  <a:pt x="34" y="115"/>
                </a:moveTo>
                <a:cubicBezTo>
                  <a:pt x="34" y="115"/>
                  <a:pt x="34" y="115"/>
                  <a:pt x="34" y="115"/>
                </a:cubicBezTo>
                <a:cubicBezTo>
                  <a:pt x="34" y="115"/>
                  <a:pt x="34" y="115"/>
                  <a:pt x="34" y="115"/>
                </a:cubicBezTo>
                <a:cubicBezTo>
                  <a:pt x="34" y="115"/>
                  <a:pt x="34" y="115"/>
                  <a:pt x="34" y="115"/>
                </a:cubicBezTo>
                <a:moveTo>
                  <a:pt x="33" y="115"/>
                </a:moveTo>
                <a:cubicBezTo>
                  <a:pt x="33" y="115"/>
                  <a:pt x="34" y="115"/>
                  <a:pt x="34" y="115"/>
                </a:cubicBezTo>
                <a:cubicBezTo>
                  <a:pt x="34" y="115"/>
                  <a:pt x="34" y="115"/>
                  <a:pt x="34" y="115"/>
                </a:cubicBezTo>
                <a:cubicBezTo>
                  <a:pt x="33" y="115"/>
                  <a:pt x="33" y="115"/>
                  <a:pt x="33" y="115"/>
                </a:cubicBezTo>
                <a:moveTo>
                  <a:pt x="33" y="115"/>
                </a:moveTo>
                <a:cubicBezTo>
                  <a:pt x="33" y="115"/>
                  <a:pt x="33" y="115"/>
                  <a:pt x="33" y="115"/>
                </a:cubicBezTo>
                <a:cubicBezTo>
                  <a:pt x="33" y="115"/>
                  <a:pt x="33" y="115"/>
                  <a:pt x="33" y="115"/>
                </a:cubicBezTo>
                <a:close/>
                <a:moveTo>
                  <a:pt x="32" y="138"/>
                </a:moveTo>
                <a:cubicBezTo>
                  <a:pt x="32" y="138"/>
                  <a:pt x="32" y="138"/>
                  <a:pt x="32" y="138"/>
                </a:cubicBezTo>
                <a:cubicBezTo>
                  <a:pt x="31" y="138"/>
                  <a:pt x="30" y="138"/>
                  <a:pt x="30" y="138"/>
                </a:cubicBezTo>
                <a:cubicBezTo>
                  <a:pt x="30" y="137"/>
                  <a:pt x="31" y="137"/>
                  <a:pt x="31" y="137"/>
                </a:cubicBezTo>
                <a:cubicBezTo>
                  <a:pt x="31" y="137"/>
                  <a:pt x="32" y="138"/>
                  <a:pt x="33" y="138"/>
                </a:cubicBezTo>
                <a:cubicBezTo>
                  <a:pt x="33" y="138"/>
                  <a:pt x="33" y="138"/>
                  <a:pt x="33" y="138"/>
                </a:cubicBezTo>
                <a:cubicBezTo>
                  <a:pt x="32" y="138"/>
                  <a:pt x="32" y="138"/>
                  <a:pt x="32" y="138"/>
                </a:cubicBezTo>
                <a:moveTo>
                  <a:pt x="206" y="140"/>
                </a:moveTo>
                <a:cubicBezTo>
                  <a:pt x="206" y="140"/>
                  <a:pt x="206" y="139"/>
                  <a:pt x="206" y="139"/>
                </a:cubicBezTo>
                <a:cubicBezTo>
                  <a:pt x="206" y="140"/>
                  <a:pt x="207" y="140"/>
                  <a:pt x="207" y="141"/>
                </a:cubicBezTo>
                <a:cubicBezTo>
                  <a:pt x="207" y="141"/>
                  <a:pt x="207" y="141"/>
                  <a:pt x="207" y="141"/>
                </a:cubicBezTo>
                <a:cubicBezTo>
                  <a:pt x="207" y="141"/>
                  <a:pt x="208" y="142"/>
                  <a:pt x="208" y="142"/>
                </a:cubicBezTo>
                <a:cubicBezTo>
                  <a:pt x="208" y="143"/>
                  <a:pt x="207" y="144"/>
                  <a:pt x="206" y="143"/>
                </a:cubicBezTo>
                <a:cubicBezTo>
                  <a:pt x="206" y="143"/>
                  <a:pt x="205" y="143"/>
                  <a:pt x="205" y="142"/>
                </a:cubicBezTo>
                <a:cubicBezTo>
                  <a:pt x="205" y="141"/>
                  <a:pt x="205" y="141"/>
                  <a:pt x="205" y="141"/>
                </a:cubicBezTo>
                <a:cubicBezTo>
                  <a:pt x="205" y="141"/>
                  <a:pt x="205" y="141"/>
                  <a:pt x="205" y="140"/>
                </a:cubicBezTo>
                <a:cubicBezTo>
                  <a:pt x="205" y="140"/>
                  <a:pt x="205" y="140"/>
                  <a:pt x="205" y="140"/>
                </a:cubicBezTo>
                <a:cubicBezTo>
                  <a:pt x="205" y="140"/>
                  <a:pt x="205" y="140"/>
                  <a:pt x="205" y="140"/>
                </a:cubicBezTo>
                <a:cubicBezTo>
                  <a:pt x="205" y="140"/>
                  <a:pt x="205" y="140"/>
                  <a:pt x="206" y="140"/>
                </a:cubicBezTo>
                <a:moveTo>
                  <a:pt x="123" y="75"/>
                </a:moveTo>
                <a:cubicBezTo>
                  <a:pt x="123" y="75"/>
                  <a:pt x="123" y="75"/>
                  <a:pt x="123" y="75"/>
                </a:cubicBezTo>
                <a:cubicBezTo>
                  <a:pt x="124" y="75"/>
                  <a:pt x="124" y="75"/>
                  <a:pt x="124" y="74"/>
                </a:cubicBezTo>
                <a:cubicBezTo>
                  <a:pt x="124" y="74"/>
                  <a:pt x="124" y="74"/>
                  <a:pt x="124" y="74"/>
                </a:cubicBezTo>
                <a:cubicBezTo>
                  <a:pt x="124" y="74"/>
                  <a:pt x="124" y="74"/>
                  <a:pt x="124" y="74"/>
                </a:cubicBezTo>
                <a:cubicBezTo>
                  <a:pt x="124" y="75"/>
                  <a:pt x="124" y="75"/>
                  <a:pt x="124" y="75"/>
                </a:cubicBezTo>
                <a:cubicBezTo>
                  <a:pt x="124" y="75"/>
                  <a:pt x="124" y="75"/>
                  <a:pt x="124" y="76"/>
                </a:cubicBezTo>
                <a:cubicBezTo>
                  <a:pt x="123" y="76"/>
                  <a:pt x="123" y="76"/>
                  <a:pt x="122" y="76"/>
                </a:cubicBezTo>
                <a:cubicBezTo>
                  <a:pt x="122" y="76"/>
                  <a:pt x="122" y="76"/>
                  <a:pt x="122" y="76"/>
                </a:cubicBezTo>
                <a:cubicBezTo>
                  <a:pt x="122" y="76"/>
                  <a:pt x="122" y="76"/>
                  <a:pt x="122" y="76"/>
                </a:cubicBezTo>
                <a:cubicBezTo>
                  <a:pt x="122" y="76"/>
                  <a:pt x="122" y="76"/>
                  <a:pt x="122" y="75"/>
                </a:cubicBezTo>
                <a:cubicBezTo>
                  <a:pt x="122" y="75"/>
                  <a:pt x="123" y="75"/>
                  <a:pt x="123" y="75"/>
                </a:cubicBezTo>
                <a:moveTo>
                  <a:pt x="126" y="78"/>
                </a:moveTo>
                <a:cubicBezTo>
                  <a:pt x="126" y="78"/>
                  <a:pt x="126" y="78"/>
                  <a:pt x="126" y="78"/>
                </a:cubicBezTo>
                <a:cubicBezTo>
                  <a:pt x="126" y="78"/>
                  <a:pt x="126" y="77"/>
                  <a:pt x="126" y="77"/>
                </a:cubicBezTo>
                <a:cubicBezTo>
                  <a:pt x="126" y="77"/>
                  <a:pt x="126" y="77"/>
                  <a:pt x="127" y="77"/>
                </a:cubicBezTo>
                <a:cubicBezTo>
                  <a:pt x="127" y="78"/>
                  <a:pt x="127" y="78"/>
                  <a:pt x="126" y="78"/>
                </a:cubicBezTo>
                <a:cubicBezTo>
                  <a:pt x="126" y="78"/>
                  <a:pt x="126" y="78"/>
                  <a:pt x="126" y="78"/>
                </a:cubicBezTo>
                <a:cubicBezTo>
                  <a:pt x="126" y="78"/>
                  <a:pt x="126" y="78"/>
                  <a:pt x="127" y="78"/>
                </a:cubicBezTo>
                <a:cubicBezTo>
                  <a:pt x="127" y="79"/>
                  <a:pt x="127" y="78"/>
                  <a:pt x="126" y="79"/>
                </a:cubicBezTo>
                <a:cubicBezTo>
                  <a:pt x="126" y="79"/>
                  <a:pt x="126" y="79"/>
                  <a:pt x="126" y="79"/>
                </a:cubicBezTo>
                <a:cubicBezTo>
                  <a:pt x="126" y="79"/>
                  <a:pt x="126" y="79"/>
                  <a:pt x="126" y="79"/>
                </a:cubicBezTo>
                <a:cubicBezTo>
                  <a:pt x="126" y="79"/>
                  <a:pt x="125" y="79"/>
                  <a:pt x="125" y="79"/>
                </a:cubicBezTo>
                <a:cubicBezTo>
                  <a:pt x="125" y="78"/>
                  <a:pt x="125" y="78"/>
                  <a:pt x="126" y="77"/>
                </a:cubicBezTo>
                <a:cubicBezTo>
                  <a:pt x="126" y="77"/>
                  <a:pt x="126" y="77"/>
                  <a:pt x="126" y="78"/>
                </a:cubicBezTo>
                <a:moveTo>
                  <a:pt x="40" y="107"/>
                </a:move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moveTo>
                  <a:pt x="40" y="107"/>
                </a:moveTo>
                <a:cubicBezTo>
                  <a:pt x="40" y="107"/>
                  <a:pt x="40" y="107"/>
                  <a:pt x="40" y="107"/>
                </a:cubicBezTo>
                <a:cubicBezTo>
                  <a:pt x="40" y="107"/>
                  <a:pt x="40" y="107"/>
                  <a:pt x="40" y="107"/>
                </a:cubicBezTo>
                <a:close/>
                <a:moveTo>
                  <a:pt x="33" y="114"/>
                </a:moveTo>
                <a:cubicBezTo>
                  <a:pt x="33" y="114"/>
                  <a:pt x="33" y="114"/>
                  <a:pt x="33" y="114"/>
                </a:cubicBezTo>
                <a:cubicBezTo>
                  <a:pt x="33" y="114"/>
                  <a:pt x="33" y="114"/>
                  <a:pt x="33" y="114"/>
                </a:cubicBezTo>
                <a:cubicBezTo>
                  <a:pt x="33" y="114"/>
                  <a:pt x="33" y="114"/>
                  <a:pt x="33" y="114"/>
                </a:cubicBezTo>
                <a:moveTo>
                  <a:pt x="33" y="115"/>
                </a:moveTo>
                <a:cubicBezTo>
                  <a:pt x="33" y="114"/>
                  <a:pt x="33" y="114"/>
                  <a:pt x="33" y="114"/>
                </a:cubicBezTo>
                <a:cubicBezTo>
                  <a:pt x="33" y="114"/>
                  <a:pt x="33" y="114"/>
                  <a:pt x="33" y="115"/>
                </a:cubicBezTo>
                <a:close/>
                <a:moveTo>
                  <a:pt x="33" y="114"/>
                </a:moveTo>
                <a:cubicBezTo>
                  <a:pt x="33" y="114"/>
                  <a:pt x="33" y="114"/>
                  <a:pt x="33" y="114"/>
                </a:cubicBezTo>
                <a:cubicBezTo>
                  <a:pt x="33" y="114"/>
                  <a:pt x="33" y="114"/>
                  <a:pt x="33" y="114"/>
                </a:cubicBezTo>
                <a:close/>
                <a:moveTo>
                  <a:pt x="33" y="114"/>
                </a:moveTo>
                <a:cubicBezTo>
                  <a:pt x="33" y="114"/>
                  <a:pt x="33" y="114"/>
                  <a:pt x="33" y="114"/>
                </a:cubicBezTo>
                <a:cubicBezTo>
                  <a:pt x="33" y="114"/>
                  <a:pt x="33" y="114"/>
                  <a:pt x="33" y="114"/>
                </a:cubicBezTo>
                <a:close/>
              </a:path>
            </a:pathLst>
          </a:custGeom>
          <a:solidFill>
            <a:srgbClr val="00B0F0"/>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solidFill>
                <a:schemeClr val="bg1">
                  <a:lumMod val="50000"/>
                </a:schemeClr>
              </a:solidFill>
            </a:endParaRPr>
          </a:p>
        </p:txBody>
      </p:sp>
      <p:sp>
        <p:nvSpPr>
          <p:cNvPr id="15" name="Inhaltsplatzhalter 4">
            <a:extLst>
              <a:ext uri="{FF2B5EF4-FFF2-40B4-BE49-F238E27FC236}">
                <a16:creationId xmlns:a16="http://schemas.microsoft.com/office/drawing/2014/main" id="{D30F1069-0BDE-86A7-3848-571BCC0F2717}"/>
              </a:ext>
            </a:extLst>
          </p:cNvPr>
          <p:cNvSpPr txBox="1">
            <a:spLocks/>
          </p:cNvSpPr>
          <p:nvPr userDrawn="1"/>
        </p:nvSpPr>
        <p:spPr>
          <a:xfrm>
            <a:off x="8690504" y="5637302"/>
            <a:ext cx="3144309" cy="303738"/>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en-US" sz="1467">
                <a:solidFill>
                  <a:schemeClr val="bg1">
                    <a:lumMod val="50000"/>
                  </a:schemeClr>
                </a:solidFill>
                <a:latin typeface="Segoe UI" panose="020B0502040204020203" pitchFamily="34" charset="0"/>
                <a:cs typeface="Segoe UI" panose="020B0502040204020203" pitchFamily="34" charset="0"/>
              </a:rPr>
              <a:t>info@netwoven.com</a:t>
            </a:r>
          </a:p>
        </p:txBody>
      </p:sp>
      <p:sp>
        <p:nvSpPr>
          <p:cNvPr id="16" name="Freeform 70">
            <a:extLst>
              <a:ext uri="{FF2B5EF4-FFF2-40B4-BE49-F238E27FC236}">
                <a16:creationId xmlns:a16="http://schemas.microsoft.com/office/drawing/2014/main" id="{25E90B78-6AB0-AAE3-CDD4-E643C4B7595B}"/>
              </a:ext>
            </a:extLst>
          </p:cNvPr>
          <p:cNvSpPr>
            <a:spLocks noEditPoints="1"/>
          </p:cNvSpPr>
          <p:nvPr userDrawn="1"/>
        </p:nvSpPr>
        <p:spPr bwMode="auto">
          <a:xfrm>
            <a:off x="8145717" y="5678175"/>
            <a:ext cx="314043" cy="328320"/>
          </a:xfrm>
          <a:custGeom>
            <a:avLst/>
            <a:gdLst/>
            <a:ahLst/>
            <a:cxnLst>
              <a:cxn ang="0">
                <a:pos x="30" y="110"/>
              </a:cxn>
              <a:cxn ang="0">
                <a:pos x="3" y="84"/>
              </a:cxn>
              <a:cxn ang="0">
                <a:pos x="2" y="45"/>
              </a:cxn>
              <a:cxn ang="0">
                <a:pos x="16" y="18"/>
              </a:cxn>
              <a:cxn ang="0">
                <a:pos x="42" y="2"/>
              </a:cxn>
              <a:cxn ang="0">
                <a:pos x="79" y="3"/>
              </a:cxn>
              <a:cxn ang="0">
                <a:pos x="105" y="29"/>
              </a:cxn>
              <a:cxn ang="0">
                <a:pos x="108" y="64"/>
              </a:cxn>
              <a:cxn ang="0">
                <a:pos x="95" y="83"/>
              </a:cxn>
              <a:cxn ang="0">
                <a:pos x="80" y="85"/>
              </a:cxn>
              <a:cxn ang="0">
                <a:pos x="73" y="81"/>
              </a:cxn>
              <a:cxn ang="0">
                <a:pos x="71" y="76"/>
              </a:cxn>
              <a:cxn ang="0">
                <a:pos x="66" y="77"/>
              </a:cxn>
              <a:cxn ang="0">
                <a:pos x="60" y="83"/>
              </a:cxn>
              <a:cxn ang="0">
                <a:pos x="50" y="86"/>
              </a:cxn>
              <a:cxn ang="0">
                <a:pos x="33" y="79"/>
              </a:cxn>
              <a:cxn ang="0">
                <a:pos x="27" y="59"/>
              </a:cxn>
              <a:cxn ang="0">
                <a:pos x="35" y="36"/>
              </a:cxn>
              <a:cxn ang="0">
                <a:pos x="57" y="28"/>
              </a:cxn>
              <a:cxn ang="0">
                <a:pos x="70" y="29"/>
              </a:cxn>
              <a:cxn ang="0">
                <a:pos x="79" y="31"/>
              </a:cxn>
              <a:cxn ang="0">
                <a:pos x="78" y="63"/>
              </a:cxn>
              <a:cxn ang="0">
                <a:pos x="78" y="70"/>
              </a:cxn>
              <a:cxn ang="0">
                <a:pos x="83" y="77"/>
              </a:cxn>
              <a:cxn ang="0">
                <a:pos x="92" y="75"/>
              </a:cxn>
              <a:cxn ang="0">
                <a:pos x="97" y="60"/>
              </a:cxn>
              <a:cxn ang="0">
                <a:pos x="95" y="33"/>
              </a:cxn>
              <a:cxn ang="0">
                <a:pos x="74" y="12"/>
              </a:cxn>
              <a:cxn ang="0">
                <a:pos x="38" y="13"/>
              </a:cxn>
              <a:cxn ang="0">
                <a:pos x="14" y="40"/>
              </a:cxn>
              <a:cxn ang="0">
                <a:pos x="14" y="79"/>
              </a:cxn>
              <a:cxn ang="0">
                <a:pos x="35" y="102"/>
              </a:cxn>
              <a:cxn ang="0">
                <a:pos x="62" y="104"/>
              </a:cxn>
              <a:cxn ang="0">
                <a:pos x="79" y="101"/>
              </a:cxn>
              <a:cxn ang="0">
                <a:pos x="84" y="108"/>
              </a:cxn>
              <a:cxn ang="0">
                <a:pos x="53" y="114"/>
              </a:cxn>
              <a:cxn ang="0">
                <a:pos x="49" y="38"/>
              </a:cxn>
              <a:cxn ang="0">
                <a:pos x="40" y="51"/>
              </a:cxn>
              <a:cxn ang="0">
                <a:pos x="43" y="73"/>
              </a:cxn>
              <a:cxn ang="0">
                <a:pos x="58" y="75"/>
              </a:cxn>
              <a:cxn ang="0">
                <a:pos x="65" y="64"/>
              </a:cxn>
              <a:cxn ang="0">
                <a:pos x="67" y="37"/>
              </a:cxn>
              <a:cxn ang="0">
                <a:pos x="62" y="36"/>
              </a:cxn>
            </a:cxnLst>
            <a:rect l="0" t="0" r="r" b="b"/>
            <a:pathLst>
              <a:path w="109" h="114">
                <a:moveTo>
                  <a:pt x="53" y="114"/>
                </a:moveTo>
                <a:cubicBezTo>
                  <a:pt x="45" y="114"/>
                  <a:pt x="37" y="113"/>
                  <a:pt x="30" y="110"/>
                </a:cubicBezTo>
                <a:cubicBezTo>
                  <a:pt x="24" y="108"/>
                  <a:pt x="18" y="104"/>
                  <a:pt x="14" y="100"/>
                </a:cubicBezTo>
                <a:cubicBezTo>
                  <a:pt x="9" y="96"/>
                  <a:pt x="6" y="90"/>
                  <a:pt x="3" y="84"/>
                </a:cubicBezTo>
                <a:cubicBezTo>
                  <a:pt x="1" y="77"/>
                  <a:pt x="0" y="70"/>
                  <a:pt x="0" y="61"/>
                </a:cubicBezTo>
                <a:cubicBezTo>
                  <a:pt x="0" y="56"/>
                  <a:pt x="0" y="50"/>
                  <a:pt x="2" y="45"/>
                </a:cubicBezTo>
                <a:cubicBezTo>
                  <a:pt x="3" y="39"/>
                  <a:pt x="5" y="34"/>
                  <a:pt x="7" y="30"/>
                </a:cubicBezTo>
                <a:cubicBezTo>
                  <a:pt x="10" y="25"/>
                  <a:pt x="12" y="21"/>
                  <a:pt x="16" y="18"/>
                </a:cubicBezTo>
                <a:cubicBezTo>
                  <a:pt x="19" y="14"/>
                  <a:pt x="23" y="11"/>
                  <a:pt x="28" y="8"/>
                </a:cubicBezTo>
                <a:cubicBezTo>
                  <a:pt x="32" y="5"/>
                  <a:pt x="37" y="3"/>
                  <a:pt x="42" y="2"/>
                </a:cubicBezTo>
                <a:cubicBezTo>
                  <a:pt x="47" y="1"/>
                  <a:pt x="53" y="0"/>
                  <a:pt x="59" y="0"/>
                </a:cubicBezTo>
                <a:cubicBezTo>
                  <a:pt x="66" y="0"/>
                  <a:pt x="73" y="1"/>
                  <a:pt x="79" y="3"/>
                </a:cubicBezTo>
                <a:cubicBezTo>
                  <a:pt x="85" y="6"/>
                  <a:pt x="91" y="9"/>
                  <a:pt x="95" y="13"/>
                </a:cubicBezTo>
                <a:cubicBezTo>
                  <a:pt x="99" y="18"/>
                  <a:pt x="103" y="23"/>
                  <a:pt x="105" y="29"/>
                </a:cubicBezTo>
                <a:cubicBezTo>
                  <a:pt x="108" y="35"/>
                  <a:pt x="109" y="43"/>
                  <a:pt x="109" y="50"/>
                </a:cubicBezTo>
                <a:cubicBezTo>
                  <a:pt x="109" y="55"/>
                  <a:pt x="109" y="59"/>
                  <a:pt x="108" y="64"/>
                </a:cubicBezTo>
                <a:cubicBezTo>
                  <a:pt x="107" y="68"/>
                  <a:pt x="105" y="72"/>
                  <a:pt x="103" y="75"/>
                </a:cubicBezTo>
                <a:cubicBezTo>
                  <a:pt x="101" y="78"/>
                  <a:pt x="98" y="81"/>
                  <a:pt x="95" y="83"/>
                </a:cubicBezTo>
                <a:cubicBezTo>
                  <a:pt x="92" y="85"/>
                  <a:pt x="89" y="86"/>
                  <a:pt x="85" y="86"/>
                </a:cubicBezTo>
                <a:cubicBezTo>
                  <a:pt x="83" y="86"/>
                  <a:pt x="82" y="86"/>
                  <a:pt x="80" y="85"/>
                </a:cubicBezTo>
                <a:cubicBezTo>
                  <a:pt x="79" y="85"/>
                  <a:pt x="77" y="84"/>
                  <a:pt x="76" y="83"/>
                </a:cubicBezTo>
                <a:cubicBezTo>
                  <a:pt x="75" y="83"/>
                  <a:pt x="74" y="82"/>
                  <a:pt x="73" y="81"/>
                </a:cubicBezTo>
                <a:cubicBezTo>
                  <a:pt x="72" y="80"/>
                  <a:pt x="72" y="79"/>
                  <a:pt x="71" y="78"/>
                </a:cubicBezTo>
                <a:cubicBezTo>
                  <a:pt x="71" y="76"/>
                  <a:pt x="71" y="76"/>
                  <a:pt x="71" y="76"/>
                </a:cubicBezTo>
                <a:cubicBezTo>
                  <a:pt x="68" y="76"/>
                  <a:pt x="68" y="76"/>
                  <a:pt x="68" y="76"/>
                </a:cubicBezTo>
                <a:cubicBezTo>
                  <a:pt x="66" y="77"/>
                  <a:pt x="66" y="77"/>
                  <a:pt x="66" y="77"/>
                </a:cubicBezTo>
                <a:cubicBezTo>
                  <a:pt x="65" y="78"/>
                  <a:pt x="64" y="80"/>
                  <a:pt x="63" y="81"/>
                </a:cubicBezTo>
                <a:cubicBezTo>
                  <a:pt x="62" y="82"/>
                  <a:pt x="61" y="82"/>
                  <a:pt x="60" y="83"/>
                </a:cubicBezTo>
                <a:cubicBezTo>
                  <a:pt x="58" y="84"/>
                  <a:pt x="57" y="85"/>
                  <a:pt x="55" y="85"/>
                </a:cubicBezTo>
                <a:cubicBezTo>
                  <a:pt x="54" y="86"/>
                  <a:pt x="52" y="86"/>
                  <a:pt x="50" y="86"/>
                </a:cubicBezTo>
                <a:cubicBezTo>
                  <a:pt x="46" y="86"/>
                  <a:pt x="43" y="85"/>
                  <a:pt x="40" y="84"/>
                </a:cubicBezTo>
                <a:cubicBezTo>
                  <a:pt x="37" y="83"/>
                  <a:pt x="35" y="81"/>
                  <a:pt x="33" y="79"/>
                </a:cubicBezTo>
                <a:cubicBezTo>
                  <a:pt x="31" y="76"/>
                  <a:pt x="30" y="74"/>
                  <a:pt x="29" y="70"/>
                </a:cubicBezTo>
                <a:cubicBezTo>
                  <a:pt x="28" y="67"/>
                  <a:pt x="27" y="63"/>
                  <a:pt x="27" y="59"/>
                </a:cubicBezTo>
                <a:cubicBezTo>
                  <a:pt x="27" y="55"/>
                  <a:pt x="28" y="50"/>
                  <a:pt x="29" y="46"/>
                </a:cubicBezTo>
                <a:cubicBezTo>
                  <a:pt x="31" y="42"/>
                  <a:pt x="33" y="39"/>
                  <a:pt x="35" y="36"/>
                </a:cubicBezTo>
                <a:cubicBezTo>
                  <a:pt x="38" y="34"/>
                  <a:pt x="41" y="31"/>
                  <a:pt x="45" y="30"/>
                </a:cubicBezTo>
                <a:cubicBezTo>
                  <a:pt x="48" y="28"/>
                  <a:pt x="53" y="28"/>
                  <a:pt x="57" y="28"/>
                </a:cubicBezTo>
                <a:cubicBezTo>
                  <a:pt x="59" y="28"/>
                  <a:pt x="62" y="28"/>
                  <a:pt x="64" y="28"/>
                </a:cubicBezTo>
                <a:cubicBezTo>
                  <a:pt x="66" y="28"/>
                  <a:pt x="68" y="28"/>
                  <a:pt x="70" y="29"/>
                </a:cubicBezTo>
                <a:cubicBezTo>
                  <a:pt x="72" y="29"/>
                  <a:pt x="74" y="30"/>
                  <a:pt x="76" y="30"/>
                </a:cubicBezTo>
                <a:cubicBezTo>
                  <a:pt x="77" y="30"/>
                  <a:pt x="78" y="31"/>
                  <a:pt x="79" y="31"/>
                </a:cubicBezTo>
                <a:cubicBezTo>
                  <a:pt x="78" y="60"/>
                  <a:pt x="78" y="60"/>
                  <a:pt x="78" y="60"/>
                </a:cubicBezTo>
                <a:cubicBezTo>
                  <a:pt x="78" y="61"/>
                  <a:pt x="78" y="62"/>
                  <a:pt x="78" y="63"/>
                </a:cubicBezTo>
                <a:cubicBezTo>
                  <a:pt x="78" y="65"/>
                  <a:pt x="78" y="65"/>
                  <a:pt x="78" y="65"/>
                </a:cubicBezTo>
                <a:cubicBezTo>
                  <a:pt x="78" y="67"/>
                  <a:pt x="78" y="69"/>
                  <a:pt x="78" y="70"/>
                </a:cubicBezTo>
                <a:cubicBezTo>
                  <a:pt x="79" y="72"/>
                  <a:pt x="79" y="73"/>
                  <a:pt x="80" y="74"/>
                </a:cubicBezTo>
                <a:cubicBezTo>
                  <a:pt x="80" y="75"/>
                  <a:pt x="81" y="76"/>
                  <a:pt x="83" y="77"/>
                </a:cubicBezTo>
                <a:cubicBezTo>
                  <a:pt x="83" y="77"/>
                  <a:pt x="84" y="77"/>
                  <a:pt x="86" y="77"/>
                </a:cubicBezTo>
                <a:cubicBezTo>
                  <a:pt x="88" y="77"/>
                  <a:pt x="90" y="76"/>
                  <a:pt x="92" y="75"/>
                </a:cubicBezTo>
                <a:cubicBezTo>
                  <a:pt x="93" y="73"/>
                  <a:pt x="94" y="71"/>
                  <a:pt x="95" y="68"/>
                </a:cubicBezTo>
                <a:cubicBezTo>
                  <a:pt x="96" y="66"/>
                  <a:pt x="97" y="63"/>
                  <a:pt x="97" y="60"/>
                </a:cubicBezTo>
                <a:cubicBezTo>
                  <a:pt x="98" y="57"/>
                  <a:pt x="98" y="54"/>
                  <a:pt x="98" y="50"/>
                </a:cubicBezTo>
                <a:cubicBezTo>
                  <a:pt x="98" y="44"/>
                  <a:pt x="97" y="38"/>
                  <a:pt x="95" y="33"/>
                </a:cubicBezTo>
                <a:cubicBezTo>
                  <a:pt x="93" y="28"/>
                  <a:pt x="90" y="23"/>
                  <a:pt x="87" y="20"/>
                </a:cubicBezTo>
                <a:cubicBezTo>
                  <a:pt x="83" y="16"/>
                  <a:pt x="79" y="13"/>
                  <a:pt x="74" y="12"/>
                </a:cubicBezTo>
                <a:cubicBezTo>
                  <a:pt x="70" y="10"/>
                  <a:pt x="64" y="9"/>
                  <a:pt x="59" y="9"/>
                </a:cubicBezTo>
                <a:cubicBezTo>
                  <a:pt x="51" y="9"/>
                  <a:pt x="44" y="10"/>
                  <a:pt x="38" y="13"/>
                </a:cubicBezTo>
                <a:cubicBezTo>
                  <a:pt x="32" y="15"/>
                  <a:pt x="27" y="19"/>
                  <a:pt x="23" y="24"/>
                </a:cubicBezTo>
                <a:cubicBezTo>
                  <a:pt x="19" y="28"/>
                  <a:pt x="16" y="34"/>
                  <a:pt x="14" y="40"/>
                </a:cubicBezTo>
                <a:cubicBezTo>
                  <a:pt x="12" y="46"/>
                  <a:pt x="11" y="53"/>
                  <a:pt x="11" y="61"/>
                </a:cubicBezTo>
                <a:cubicBezTo>
                  <a:pt x="11" y="68"/>
                  <a:pt x="12" y="74"/>
                  <a:pt x="14" y="79"/>
                </a:cubicBezTo>
                <a:cubicBezTo>
                  <a:pt x="16" y="85"/>
                  <a:pt x="18" y="90"/>
                  <a:pt x="22" y="93"/>
                </a:cubicBezTo>
                <a:cubicBezTo>
                  <a:pt x="26" y="97"/>
                  <a:pt x="30" y="100"/>
                  <a:pt x="35" y="102"/>
                </a:cubicBezTo>
                <a:cubicBezTo>
                  <a:pt x="40" y="104"/>
                  <a:pt x="46" y="105"/>
                  <a:pt x="53" y="105"/>
                </a:cubicBezTo>
                <a:cubicBezTo>
                  <a:pt x="56" y="105"/>
                  <a:pt x="59" y="105"/>
                  <a:pt x="62" y="104"/>
                </a:cubicBezTo>
                <a:cubicBezTo>
                  <a:pt x="64" y="104"/>
                  <a:pt x="67" y="103"/>
                  <a:pt x="70" y="103"/>
                </a:cubicBezTo>
                <a:cubicBezTo>
                  <a:pt x="73" y="102"/>
                  <a:pt x="76" y="101"/>
                  <a:pt x="79" y="101"/>
                </a:cubicBezTo>
                <a:cubicBezTo>
                  <a:pt x="80" y="100"/>
                  <a:pt x="82" y="100"/>
                  <a:pt x="84" y="99"/>
                </a:cubicBezTo>
                <a:cubicBezTo>
                  <a:pt x="84" y="108"/>
                  <a:pt x="84" y="108"/>
                  <a:pt x="84" y="108"/>
                </a:cubicBezTo>
                <a:cubicBezTo>
                  <a:pt x="80" y="110"/>
                  <a:pt x="75" y="111"/>
                  <a:pt x="70" y="112"/>
                </a:cubicBezTo>
                <a:cubicBezTo>
                  <a:pt x="65" y="113"/>
                  <a:pt x="59" y="114"/>
                  <a:pt x="53" y="114"/>
                </a:cubicBezTo>
                <a:close/>
                <a:moveTo>
                  <a:pt x="57" y="36"/>
                </a:moveTo>
                <a:cubicBezTo>
                  <a:pt x="54" y="36"/>
                  <a:pt x="51" y="37"/>
                  <a:pt x="49" y="38"/>
                </a:cubicBezTo>
                <a:cubicBezTo>
                  <a:pt x="47" y="40"/>
                  <a:pt x="45" y="41"/>
                  <a:pt x="43" y="44"/>
                </a:cubicBezTo>
                <a:cubicBezTo>
                  <a:pt x="42" y="46"/>
                  <a:pt x="41" y="48"/>
                  <a:pt x="40" y="51"/>
                </a:cubicBezTo>
                <a:cubicBezTo>
                  <a:pt x="40" y="54"/>
                  <a:pt x="39" y="57"/>
                  <a:pt x="39" y="60"/>
                </a:cubicBezTo>
                <a:cubicBezTo>
                  <a:pt x="39" y="66"/>
                  <a:pt x="40" y="70"/>
                  <a:pt x="43" y="73"/>
                </a:cubicBezTo>
                <a:cubicBezTo>
                  <a:pt x="45" y="76"/>
                  <a:pt x="48" y="77"/>
                  <a:pt x="52" y="77"/>
                </a:cubicBezTo>
                <a:cubicBezTo>
                  <a:pt x="54" y="77"/>
                  <a:pt x="56" y="77"/>
                  <a:pt x="58" y="75"/>
                </a:cubicBezTo>
                <a:cubicBezTo>
                  <a:pt x="60" y="74"/>
                  <a:pt x="62" y="73"/>
                  <a:pt x="63" y="71"/>
                </a:cubicBezTo>
                <a:cubicBezTo>
                  <a:pt x="64" y="69"/>
                  <a:pt x="65" y="66"/>
                  <a:pt x="65" y="64"/>
                </a:cubicBezTo>
                <a:cubicBezTo>
                  <a:pt x="66" y="61"/>
                  <a:pt x="66" y="58"/>
                  <a:pt x="66" y="55"/>
                </a:cubicBezTo>
                <a:cubicBezTo>
                  <a:pt x="67" y="37"/>
                  <a:pt x="67" y="37"/>
                  <a:pt x="67" y="37"/>
                </a:cubicBezTo>
                <a:cubicBezTo>
                  <a:pt x="65" y="37"/>
                  <a:pt x="65" y="37"/>
                  <a:pt x="65" y="37"/>
                </a:cubicBezTo>
                <a:cubicBezTo>
                  <a:pt x="64" y="37"/>
                  <a:pt x="63" y="36"/>
                  <a:pt x="62" y="36"/>
                </a:cubicBezTo>
                <a:cubicBezTo>
                  <a:pt x="60" y="36"/>
                  <a:pt x="59" y="36"/>
                  <a:pt x="57" y="36"/>
                </a:cubicBezTo>
                <a:close/>
              </a:path>
            </a:pathLst>
          </a:custGeom>
          <a:solidFill>
            <a:srgbClr val="00B0F0"/>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solidFill>
                <a:schemeClr val="bg1">
                  <a:lumMod val="50000"/>
                </a:schemeClr>
              </a:solidFill>
            </a:endParaRPr>
          </a:p>
        </p:txBody>
      </p:sp>
      <p:pic>
        <p:nvPicPr>
          <p:cNvPr id="17" name="Graphic 16" descr="Map with pin outline">
            <a:extLst>
              <a:ext uri="{FF2B5EF4-FFF2-40B4-BE49-F238E27FC236}">
                <a16:creationId xmlns:a16="http://schemas.microsoft.com/office/drawing/2014/main" id="{5CF01D85-AF20-C7E3-1D01-8AA9CE78D21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63572" y="5105081"/>
            <a:ext cx="1261884" cy="1261884"/>
          </a:xfrm>
          <a:prstGeom prst="rect">
            <a:avLst/>
          </a:prstGeom>
        </p:spPr>
      </p:pic>
    </p:spTree>
    <p:extLst>
      <p:ext uri="{BB962C8B-B14F-4D97-AF65-F5344CB8AC3E}">
        <p14:creationId xmlns:p14="http://schemas.microsoft.com/office/powerpoint/2010/main" val="14249406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reserve="1">
  <p:cSld name="Only Image">
    <p:spTree>
      <p:nvGrpSpPr>
        <p:cNvPr id="1" name=""/>
        <p:cNvGrpSpPr/>
        <p:nvPr/>
      </p:nvGrpSpPr>
      <p:grpSpPr>
        <a:xfrm>
          <a:off x="0" y="0"/>
          <a:ext cx="0" cy="0"/>
          <a:chOff x="0" y="0"/>
          <a:chExt cx="0" cy="0"/>
        </a:xfrm>
      </p:grpSpPr>
      <p:sp>
        <p:nvSpPr>
          <p:cNvPr id="12" name="Рисунок 43">
            <a:extLst>
              <a:ext uri="{FF2B5EF4-FFF2-40B4-BE49-F238E27FC236}">
                <a16:creationId xmlns:a16="http://schemas.microsoft.com/office/drawing/2014/main" id="{5F3206EC-51A7-ED41-8585-7482AED3FFCE}"/>
              </a:ext>
            </a:extLst>
          </p:cNvPr>
          <p:cNvSpPr>
            <a:spLocks noGrp="1"/>
          </p:cNvSpPr>
          <p:nvPr>
            <p:ph type="pic" sz="quarter" idx="32"/>
          </p:nvPr>
        </p:nvSpPr>
        <p:spPr>
          <a:xfrm>
            <a:off x="0" y="0"/>
            <a:ext cx="12192000" cy="6858000"/>
          </a:xfrm>
          <a:custGeom>
            <a:avLst/>
            <a:gdLst>
              <a:gd name="connsiteX0" fmla="*/ 0 w 7729092"/>
              <a:gd name="connsiteY0" fmla="*/ 0 h 13717588"/>
              <a:gd name="connsiteX1" fmla="*/ 7729092 w 7729092"/>
              <a:gd name="connsiteY1" fmla="*/ 0 h 13717588"/>
              <a:gd name="connsiteX2" fmla="*/ 7729092 w 7729092"/>
              <a:gd name="connsiteY2" fmla="*/ 13717588 h 13717588"/>
              <a:gd name="connsiteX3" fmla="*/ 0 w 7729092"/>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7729092" h="13717588">
                <a:moveTo>
                  <a:pt x="0" y="0"/>
                </a:moveTo>
                <a:lnTo>
                  <a:pt x="7729092" y="0"/>
                </a:lnTo>
                <a:lnTo>
                  <a:pt x="7729092" y="13717588"/>
                </a:lnTo>
                <a:lnTo>
                  <a:pt x="0" y="13717588"/>
                </a:lnTo>
                <a:close/>
              </a:path>
            </a:pathLst>
          </a:custGeom>
          <a:pattFill prst="lgCheck">
            <a:fgClr>
              <a:schemeClr val="tx2">
                <a:lumMod val="25000"/>
                <a:lumOff val="75000"/>
              </a:schemeClr>
            </a:fgClr>
            <a:bgClr>
              <a:schemeClr val="tx2">
                <a:lumMod val="10000"/>
                <a:lumOff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ru-RU" sz="400" dirty="0"/>
            </a:lvl1pPr>
          </a:lstStyle>
          <a:p>
            <a:pPr lvl="0" algn="ctr"/>
            <a:r>
              <a:rPr lang="en-US"/>
              <a:t>Click icon to add picture</a:t>
            </a:r>
            <a:endParaRPr lang="ru-RU" dirty="0"/>
          </a:p>
        </p:txBody>
      </p:sp>
    </p:spTree>
    <p:extLst>
      <p:ext uri="{BB962C8B-B14F-4D97-AF65-F5344CB8AC3E}">
        <p14:creationId xmlns:p14="http://schemas.microsoft.com/office/powerpoint/2010/main" val="7630360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45"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3.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6.png"/><Relationship Id="rId20" Type="http://schemas.openxmlformats.org/officeDocument/2006/relationships/slideLayout" Target="../slideLayouts/slideLayout20.xml"/><Relationship Id="rId4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8E4650-11AA-A421-F97F-E263BFD66C8C}"/>
              </a:ext>
            </a:extLst>
          </p:cNvPr>
          <p:cNvSpPr>
            <a:spLocks noGrp="1"/>
          </p:cNvSpPr>
          <p:nvPr>
            <p:ph type="title"/>
          </p:nvPr>
        </p:nvSpPr>
        <p:spPr>
          <a:xfrm>
            <a:off x="838200" y="365126"/>
            <a:ext cx="10515600" cy="1016000"/>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C0747CF0-E9A1-E9BC-F081-065B7C22E5C2}"/>
              </a:ext>
            </a:extLst>
          </p:cNvPr>
          <p:cNvSpPr>
            <a:spLocks noGrp="1"/>
          </p:cNvSpPr>
          <p:nvPr>
            <p:ph type="body" idx="1"/>
          </p:nvPr>
        </p:nvSpPr>
        <p:spPr>
          <a:xfrm>
            <a:off x="838200" y="1504950"/>
            <a:ext cx="10515600" cy="46720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cxnSp>
        <p:nvCxnSpPr>
          <p:cNvPr id="7" name="Straight Connector 6">
            <a:extLst>
              <a:ext uri="{FF2B5EF4-FFF2-40B4-BE49-F238E27FC236}">
                <a16:creationId xmlns:a16="http://schemas.microsoft.com/office/drawing/2014/main" id="{87D24049-A83D-AEAC-FC3A-344FDF39F779}"/>
              </a:ext>
            </a:extLst>
          </p:cNvPr>
          <p:cNvCxnSpPr/>
          <p:nvPr userDrawn="1"/>
        </p:nvCxnSpPr>
        <p:spPr>
          <a:xfrm>
            <a:off x="4457016" y="6312261"/>
            <a:ext cx="0" cy="390079"/>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close up of a logo&#10;&#10;Description automatically generated">
            <a:extLst>
              <a:ext uri="{FF2B5EF4-FFF2-40B4-BE49-F238E27FC236}">
                <a16:creationId xmlns:a16="http://schemas.microsoft.com/office/drawing/2014/main" id="{DF85F21F-437E-F4CB-4A97-E4481B1E88BA}"/>
              </a:ext>
            </a:extLst>
          </p:cNvPr>
          <p:cNvPicPr>
            <a:picLocks noChangeAspect="1"/>
          </p:cNvPicPr>
          <p:nvPr userDrawn="1"/>
        </p:nvPicPr>
        <p:blipFill>
          <a:blip r:embed="rId41">
            <a:alphaModFix amt="45000"/>
            <a:extLst>
              <a:ext uri="{28A0092B-C50C-407E-A947-70E740481C1C}">
                <a14:useLocalDpi xmlns:a14="http://schemas.microsoft.com/office/drawing/2010/main" val="0"/>
              </a:ext>
            </a:extLst>
          </a:blip>
          <a:stretch>
            <a:fillRect/>
          </a:stretch>
        </p:blipFill>
        <p:spPr>
          <a:xfrm>
            <a:off x="7478655" y="6363455"/>
            <a:ext cx="314448" cy="314448"/>
          </a:xfrm>
          <a:prstGeom prst="rect">
            <a:avLst/>
          </a:prstGeom>
        </p:spPr>
      </p:pic>
      <p:pic>
        <p:nvPicPr>
          <p:cNvPr id="9" name="Picture 8" descr="A close up of a logo&#10;&#10;Description automatically generated">
            <a:extLst>
              <a:ext uri="{FF2B5EF4-FFF2-40B4-BE49-F238E27FC236}">
                <a16:creationId xmlns:a16="http://schemas.microsoft.com/office/drawing/2014/main" id="{8D678080-EAC6-30AD-51BD-9E2FC020637D}"/>
              </a:ext>
            </a:extLst>
          </p:cNvPr>
          <p:cNvPicPr>
            <a:picLocks noChangeAspect="1"/>
          </p:cNvPicPr>
          <p:nvPr userDrawn="1"/>
        </p:nvPicPr>
        <p:blipFill>
          <a:blip r:embed="rId42">
            <a:alphaModFix amt="45000"/>
            <a:extLst>
              <a:ext uri="{28A0092B-C50C-407E-A947-70E740481C1C}">
                <a14:useLocalDpi xmlns:a14="http://schemas.microsoft.com/office/drawing/2010/main" val="0"/>
              </a:ext>
            </a:extLst>
          </a:blip>
          <a:stretch>
            <a:fillRect/>
          </a:stretch>
        </p:blipFill>
        <p:spPr>
          <a:xfrm>
            <a:off x="9414566" y="6381185"/>
            <a:ext cx="245129" cy="245129"/>
          </a:xfrm>
          <a:prstGeom prst="rect">
            <a:avLst/>
          </a:prstGeom>
        </p:spPr>
      </p:pic>
      <p:pic>
        <p:nvPicPr>
          <p:cNvPr id="10" name="Picture 9" descr="A picture containing window&#10;&#10;Description automatically generated">
            <a:extLst>
              <a:ext uri="{FF2B5EF4-FFF2-40B4-BE49-F238E27FC236}">
                <a16:creationId xmlns:a16="http://schemas.microsoft.com/office/drawing/2014/main" id="{F3E6EE2E-2BED-10E7-5F97-11C970804AF5}"/>
              </a:ext>
            </a:extLst>
          </p:cNvPr>
          <p:cNvPicPr>
            <a:picLocks noChangeAspect="1"/>
          </p:cNvPicPr>
          <p:nvPr userDrawn="1"/>
        </p:nvPicPr>
        <p:blipFill>
          <a:blip r:embed="rId43">
            <a:alphaModFix amt="45000"/>
            <a:extLst>
              <a:ext uri="{28A0092B-C50C-407E-A947-70E740481C1C}">
                <a14:useLocalDpi xmlns:a14="http://schemas.microsoft.com/office/drawing/2010/main" val="0"/>
              </a:ext>
            </a:extLst>
          </a:blip>
          <a:stretch>
            <a:fillRect/>
          </a:stretch>
        </p:blipFill>
        <p:spPr>
          <a:xfrm>
            <a:off x="6032166" y="6395679"/>
            <a:ext cx="245129" cy="245129"/>
          </a:xfrm>
          <a:prstGeom prst="rect">
            <a:avLst/>
          </a:prstGeom>
        </p:spPr>
      </p:pic>
      <p:sp>
        <p:nvSpPr>
          <p:cNvPr id="11" name="Rectangle 10">
            <a:extLst>
              <a:ext uri="{FF2B5EF4-FFF2-40B4-BE49-F238E27FC236}">
                <a16:creationId xmlns:a16="http://schemas.microsoft.com/office/drawing/2014/main" id="{6BFEE912-E34C-255E-BBE3-44D880B32DE2}"/>
              </a:ext>
            </a:extLst>
          </p:cNvPr>
          <p:cNvSpPr/>
          <p:nvPr userDrawn="1"/>
        </p:nvSpPr>
        <p:spPr>
          <a:xfrm>
            <a:off x="6279041" y="6367326"/>
            <a:ext cx="1160854" cy="279948"/>
          </a:xfrm>
          <a:prstGeom prst="rect">
            <a:avLst/>
          </a:prstGeom>
        </p:spPr>
        <p:txBody>
          <a:bodyPr wrap="square">
            <a:spAutoFit/>
          </a:bodyPr>
          <a:lstStyle/>
          <a:p>
            <a:pPr>
              <a:lnSpc>
                <a:spcPct val="120000"/>
              </a:lnSpc>
            </a:pPr>
            <a:r>
              <a:rPr lang="en-US" sz="1100" dirty="0">
                <a:solidFill>
                  <a:schemeClr val="tx1">
                    <a:lumMod val="65000"/>
                    <a:lumOff val="35000"/>
                  </a:schemeClr>
                </a:solidFill>
                <a:latin typeface="Segoe UI" panose="020B0502040204020203" pitchFamily="34" charset="0"/>
                <a:cs typeface="Segoe UI" panose="020B0502040204020203" pitchFamily="34" charset="0"/>
              </a:rPr>
              <a:t>netwoven.com</a:t>
            </a:r>
            <a:endParaRPr lang="en-IN" sz="1100" dirty="0">
              <a:solidFill>
                <a:schemeClr val="tx1">
                  <a:lumMod val="65000"/>
                  <a:lumOff val="35000"/>
                </a:schemeClr>
              </a:solidFill>
              <a:latin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E0AAB697-B090-6B89-6638-776FF004F381}"/>
              </a:ext>
            </a:extLst>
          </p:cNvPr>
          <p:cNvSpPr/>
          <p:nvPr userDrawn="1"/>
        </p:nvSpPr>
        <p:spPr>
          <a:xfrm>
            <a:off x="7830525" y="6373176"/>
            <a:ext cx="1683262" cy="279948"/>
          </a:xfrm>
          <a:prstGeom prst="rect">
            <a:avLst/>
          </a:prstGeom>
        </p:spPr>
        <p:txBody>
          <a:bodyPr wrap="square">
            <a:spAutoFit/>
          </a:bodyPr>
          <a:lstStyle/>
          <a:p>
            <a:pPr>
              <a:lnSpc>
                <a:spcPct val="120000"/>
              </a:lnSpc>
            </a:pPr>
            <a:r>
              <a:rPr lang="en-US" sz="1100" dirty="0">
                <a:solidFill>
                  <a:schemeClr val="tx1">
                    <a:lumMod val="65000"/>
                    <a:lumOff val="35000"/>
                  </a:schemeClr>
                </a:solidFill>
                <a:latin typeface="Segoe UI" panose="020B0502040204020203" pitchFamily="34" charset="0"/>
                <a:cs typeface="Segoe UI" panose="020B0502040204020203" pitchFamily="34" charset="0"/>
              </a:rPr>
              <a:t>info@netwoven.com</a:t>
            </a:r>
            <a:endParaRPr lang="en-IN" sz="1100" dirty="0">
              <a:solidFill>
                <a:schemeClr val="tx1">
                  <a:lumMod val="65000"/>
                  <a:lumOff val="35000"/>
                </a:schemeClr>
              </a:solidFill>
              <a:latin typeface="Segoe UI" panose="020B0502040204020203" pitchFamily="34" charset="0"/>
              <a:cs typeface="Segoe UI" panose="020B0502040204020203" pitchFamily="34" charset="0"/>
            </a:endParaRPr>
          </a:p>
        </p:txBody>
      </p:sp>
      <p:sp>
        <p:nvSpPr>
          <p:cNvPr id="13" name="Rectangle 12">
            <a:extLst>
              <a:ext uri="{FF2B5EF4-FFF2-40B4-BE49-F238E27FC236}">
                <a16:creationId xmlns:a16="http://schemas.microsoft.com/office/drawing/2014/main" id="{A1FF1158-7EA5-D5FF-16D2-9A485F07EE23}"/>
              </a:ext>
            </a:extLst>
          </p:cNvPr>
          <p:cNvSpPr/>
          <p:nvPr userDrawn="1"/>
        </p:nvSpPr>
        <p:spPr>
          <a:xfrm>
            <a:off x="9698455" y="6360860"/>
            <a:ext cx="1271137" cy="279948"/>
          </a:xfrm>
          <a:prstGeom prst="rect">
            <a:avLst/>
          </a:prstGeom>
        </p:spPr>
        <p:txBody>
          <a:bodyPr wrap="square">
            <a:spAutoFit/>
          </a:bodyPr>
          <a:lstStyle/>
          <a:p>
            <a:pPr>
              <a:lnSpc>
                <a:spcPct val="120000"/>
              </a:lnSpc>
            </a:pPr>
            <a:r>
              <a:rPr lang="en-US" sz="1100" dirty="0">
                <a:solidFill>
                  <a:schemeClr val="tx1">
                    <a:lumMod val="65000"/>
                    <a:lumOff val="35000"/>
                  </a:schemeClr>
                </a:solidFill>
                <a:latin typeface="Segoe UI" panose="020B0502040204020203" pitchFamily="34" charset="0"/>
                <a:cs typeface="Segoe UI" panose="020B0502040204020203" pitchFamily="34" charset="0"/>
              </a:rPr>
              <a:t>+1 877 638 9683</a:t>
            </a:r>
            <a:endParaRPr lang="en-IN" sz="1100" dirty="0">
              <a:solidFill>
                <a:schemeClr val="tx1">
                  <a:lumMod val="65000"/>
                  <a:lumOff val="35000"/>
                </a:schemeClr>
              </a:solidFill>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A7B74136-4FB9-9B62-B95A-FE11FC53813C}"/>
              </a:ext>
            </a:extLst>
          </p:cNvPr>
          <p:cNvPicPr>
            <a:picLocks noChangeAspect="1"/>
          </p:cNvPicPr>
          <p:nvPr userDrawn="1"/>
        </p:nvPicPr>
        <p:blipFill>
          <a:blip r:embed="rId44">
            <a:extLst>
              <a:ext uri="{28A0092B-C50C-407E-A947-70E740481C1C}">
                <a14:useLocalDpi xmlns:a14="http://schemas.microsoft.com/office/drawing/2010/main" val="0"/>
              </a:ext>
            </a:extLst>
          </a:blip>
          <a:srcRect/>
          <a:stretch/>
        </p:blipFill>
        <p:spPr>
          <a:xfrm>
            <a:off x="4731793" y="6395679"/>
            <a:ext cx="938343" cy="310897"/>
          </a:xfrm>
          <a:prstGeom prst="rect">
            <a:avLst/>
          </a:prstGeom>
        </p:spPr>
      </p:pic>
      <p:pic>
        <p:nvPicPr>
          <p:cNvPr id="15" name="Picture 14">
            <a:extLst>
              <a:ext uri="{FF2B5EF4-FFF2-40B4-BE49-F238E27FC236}">
                <a16:creationId xmlns:a16="http://schemas.microsoft.com/office/drawing/2014/main" id="{E56C6C73-BB20-2CF2-A5C0-A3F393E52879}"/>
              </a:ext>
            </a:extLst>
          </p:cNvPr>
          <p:cNvPicPr>
            <a:picLocks noChangeAspect="1"/>
          </p:cNvPicPr>
          <p:nvPr userDrawn="1"/>
        </p:nvPicPr>
        <p:blipFill>
          <a:blip r:embed="rId45">
            <a:extLst>
              <a:ext uri="{28A0092B-C50C-407E-A947-70E740481C1C}">
                <a14:useLocalDpi xmlns:a14="http://schemas.microsoft.com/office/drawing/2010/main" val="0"/>
              </a:ext>
            </a:extLst>
          </a:blip>
          <a:stretch>
            <a:fillRect/>
          </a:stretch>
        </p:blipFill>
        <p:spPr>
          <a:xfrm>
            <a:off x="940223" y="6398451"/>
            <a:ext cx="1271996" cy="183254"/>
          </a:xfrm>
          <a:prstGeom prst="rect">
            <a:avLst/>
          </a:prstGeom>
        </p:spPr>
      </p:pic>
      <p:sp>
        <p:nvSpPr>
          <p:cNvPr id="16" name="TextBox 15">
            <a:extLst>
              <a:ext uri="{FF2B5EF4-FFF2-40B4-BE49-F238E27FC236}">
                <a16:creationId xmlns:a16="http://schemas.microsoft.com/office/drawing/2014/main" id="{3DA391B0-2B03-7BD3-2EBE-05EA202ADB18}"/>
              </a:ext>
            </a:extLst>
          </p:cNvPr>
          <p:cNvSpPr txBox="1"/>
          <p:nvPr userDrawn="1"/>
        </p:nvSpPr>
        <p:spPr>
          <a:xfrm>
            <a:off x="11385223" y="6362543"/>
            <a:ext cx="489257" cy="261610"/>
          </a:xfrm>
          <a:prstGeom prst="rect">
            <a:avLst/>
          </a:prstGeom>
          <a:noFill/>
        </p:spPr>
        <p:txBody>
          <a:bodyPr wrap="square">
            <a:spAutoFit/>
          </a:bodyPr>
          <a:lstStyle/>
          <a:p>
            <a:pPr algn="ctr"/>
            <a:fld id="{EA36E680-CA23-4A7B-A569-206E3541EBB7}" type="slidenum">
              <a:rPr lang="en-US" sz="1100" kern="1200" smtClean="0">
                <a:solidFill>
                  <a:schemeClr val="tx1">
                    <a:lumMod val="65000"/>
                    <a:lumOff val="35000"/>
                  </a:schemeClr>
                </a:solidFill>
                <a:latin typeface="Segoe UI" panose="020B0502040204020203" pitchFamily="34" charset="0"/>
                <a:cs typeface="Segoe UI" panose="020B0502040204020203" pitchFamily="34" charset="0"/>
              </a:rPr>
              <a:pPr algn="ctr"/>
              <a:t>‹#›</a:t>
            </a:fld>
            <a:endParaRPr lang="en-IN" sz="1100" kern="1200">
              <a:solidFill>
                <a:schemeClr val="tx1">
                  <a:lumMod val="65000"/>
                  <a:lumOff val="35000"/>
                </a:schemeClr>
              </a:solidFill>
              <a:latin typeface="Segoe UI" panose="020B0502040204020203" pitchFamily="34" charset="0"/>
              <a:cs typeface="Segoe UI" panose="020B0502040204020203" pitchFamily="34" charset="0"/>
            </a:endParaRPr>
          </a:p>
        </p:txBody>
      </p:sp>
      <p:cxnSp>
        <p:nvCxnSpPr>
          <p:cNvPr id="17" name="Straight Connector 16">
            <a:extLst>
              <a:ext uri="{FF2B5EF4-FFF2-40B4-BE49-F238E27FC236}">
                <a16:creationId xmlns:a16="http://schemas.microsoft.com/office/drawing/2014/main" id="{DBEA0366-9EBB-9A8A-E2BF-D16352E233F4}"/>
              </a:ext>
            </a:extLst>
          </p:cNvPr>
          <p:cNvCxnSpPr/>
          <p:nvPr userDrawn="1"/>
        </p:nvCxnSpPr>
        <p:spPr>
          <a:xfrm>
            <a:off x="5857191" y="6316853"/>
            <a:ext cx="0" cy="390079"/>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771CEAD8-D9C5-4D7F-7A5B-687F3D19B512}"/>
              </a:ext>
            </a:extLst>
          </p:cNvPr>
          <p:cNvGrpSpPr/>
          <p:nvPr userDrawn="1"/>
        </p:nvGrpSpPr>
        <p:grpSpPr>
          <a:xfrm>
            <a:off x="2699072" y="6367576"/>
            <a:ext cx="1343932" cy="291030"/>
            <a:chOff x="2606221" y="6329171"/>
            <a:chExt cx="1436784" cy="311137"/>
          </a:xfrm>
        </p:grpSpPr>
        <p:pic>
          <p:nvPicPr>
            <p:cNvPr id="5" name="Picture 4" descr="A black text with white text&#10;&#10;AI-generated content may be incorrect.">
              <a:extLst>
                <a:ext uri="{FF2B5EF4-FFF2-40B4-BE49-F238E27FC236}">
                  <a16:creationId xmlns:a16="http://schemas.microsoft.com/office/drawing/2014/main" id="{AFB46804-7356-340A-51BF-1320E148C3EE}"/>
                </a:ext>
              </a:extLst>
            </p:cNvPr>
            <p:cNvPicPr>
              <a:picLocks noChangeAspect="1"/>
            </p:cNvPicPr>
            <p:nvPr userDrawn="1"/>
          </p:nvPicPr>
          <p:blipFill>
            <a:blip r:embed="rId46">
              <a:extLst>
                <a:ext uri="{28A0092B-C50C-407E-A947-70E740481C1C}">
                  <a14:useLocalDpi xmlns:a14="http://schemas.microsoft.com/office/drawing/2010/main" val="0"/>
                </a:ext>
              </a:extLst>
            </a:blip>
            <a:stretch>
              <a:fillRect/>
            </a:stretch>
          </p:blipFill>
          <p:spPr>
            <a:xfrm>
              <a:off x="2606221" y="6331322"/>
              <a:ext cx="1436784" cy="308986"/>
            </a:xfrm>
            <a:prstGeom prst="rect">
              <a:avLst/>
            </a:prstGeom>
          </p:spPr>
        </p:pic>
        <p:pic>
          <p:nvPicPr>
            <p:cNvPr id="19" name="Picture 18" descr="A black text with white text&#10;&#10;AI-generated content may be incorrect.">
              <a:extLst>
                <a:ext uri="{FF2B5EF4-FFF2-40B4-BE49-F238E27FC236}">
                  <a16:creationId xmlns:a16="http://schemas.microsoft.com/office/drawing/2014/main" id="{DD5E59AB-C724-4832-EA6A-A05ED0654948}"/>
                </a:ext>
              </a:extLst>
            </p:cNvPr>
            <p:cNvPicPr>
              <a:picLocks noChangeAspect="1"/>
            </p:cNvPicPr>
            <p:nvPr userDrawn="1"/>
          </p:nvPicPr>
          <p:blipFill>
            <a:blip r:embed="rId46">
              <a:extLst>
                <a:ext uri="{28A0092B-C50C-407E-A947-70E740481C1C}">
                  <a14:useLocalDpi xmlns:a14="http://schemas.microsoft.com/office/drawing/2010/main" val="0"/>
                </a:ext>
              </a:extLst>
            </a:blip>
            <a:stretch>
              <a:fillRect/>
            </a:stretch>
          </p:blipFill>
          <p:spPr>
            <a:xfrm>
              <a:off x="2606221" y="6329171"/>
              <a:ext cx="1436784" cy="308986"/>
            </a:xfrm>
            <a:prstGeom prst="rect">
              <a:avLst/>
            </a:prstGeom>
          </p:spPr>
        </p:pic>
      </p:grpSp>
    </p:spTree>
    <p:extLst>
      <p:ext uri="{BB962C8B-B14F-4D97-AF65-F5344CB8AC3E}">
        <p14:creationId xmlns:p14="http://schemas.microsoft.com/office/powerpoint/2010/main" val="2920624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65" r:id="rId5"/>
    <p:sldLayoutId id="2147483664" r:id="rId6"/>
    <p:sldLayoutId id="2147483667" r:id="rId7"/>
    <p:sldLayoutId id="2147483651" r:id="rId8"/>
    <p:sldLayoutId id="2147483652" r:id="rId9"/>
    <p:sldLayoutId id="2147483678" r:id="rId10"/>
    <p:sldLayoutId id="2147483653" r:id="rId11"/>
    <p:sldLayoutId id="2147483654"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55" r:id="rId21"/>
    <p:sldLayoutId id="2147483679" r:id="rId22"/>
    <p:sldLayoutId id="2147483680" r:id="rId23"/>
    <p:sldLayoutId id="214748369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56" r:id="rId34"/>
    <p:sldLayoutId id="2147483657" r:id="rId35"/>
    <p:sldLayoutId id="2147483658" r:id="rId36"/>
    <p:sldLayoutId id="2147483659" r:id="rId37"/>
    <p:sldLayoutId id="2147483676" r:id="rId38"/>
    <p:sldLayoutId id="2147483663" r:id="rId39"/>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21.xml"/><Relationship Id="rId5" Type="http://schemas.openxmlformats.org/officeDocument/2006/relationships/image" Target="../media/image17.sv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90000"/>
              </a:schemeClr>
            </a:gs>
            <a:gs pos="54000">
              <a:schemeClr val="accent4">
                <a:lumMod val="96000"/>
                <a:lumOff val="4000"/>
              </a:schemeClr>
            </a:gs>
            <a:gs pos="100000">
              <a:schemeClr val="bg2">
                <a:lumMod val="75000"/>
              </a:schemeClr>
            </a:gs>
          </a:gsLst>
          <a:path path="circle">
            <a:fillToRect l="100000" t="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596C4-3C3F-8CEF-1D6B-69D32DF9EAF7}"/>
              </a:ext>
            </a:extLst>
          </p:cNvPr>
          <p:cNvSpPr>
            <a:spLocks noGrp="1"/>
          </p:cNvSpPr>
          <p:nvPr>
            <p:ph type="title"/>
          </p:nvPr>
        </p:nvSpPr>
        <p:spPr/>
        <p:txBody>
          <a:bodyPr/>
          <a:lstStyle/>
          <a:p>
            <a:r>
              <a:rPr lang="en-US" b="1" dirty="0"/>
              <a:t>How to Use This Template…</a:t>
            </a:r>
          </a:p>
        </p:txBody>
      </p:sp>
      <p:sp>
        <p:nvSpPr>
          <p:cNvPr id="3" name="Content Placeholder 2">
            <a:extLst>
              <a:ext uri="{FF2B5EF4-FFF2-40B4-BE49-F238E27FC236}">
                <a16:creationId xmlns:a16="http://schemas.microsoft.com/office/drawing/2014/main" id="{5783F58A-3314-DE8F-7B26-4D8A04397A2B}"/>
              </a:ext>
            </a:extLst>
          </p:cNvPr>
          <p:cNvSpPr>
            <a:spLocks noGrp="1"/>
          </p:cNvSpPr>
          <p:nvPr>
            <p:ph idx="1"/>
          </p:nvPr>
        </p:nvSpPr>
        <p:spPr>
          <a:xfrm>
            <a:off x="838201" y="1381126"/>
            <a:ext cx="10515599" cy="3783041"/>
          </a:xfrm>
        </p:spPr>
        <p:txBody>
          <a:bodyPr>
            <a:normAutofit/>
          </a:bodyPr>
          <a:lstStyle/>
          <a:p>
            <a:r>
              <a:rPr lang="en-IN" b="1" dirty="0">
                <a:solidFill>
                  <a:schemeClr val="tx1"/>
                </a:solidFill>
              </a:rPr>
              <a:t>Intended Use - </a:t>
            </a:r>
            <a:r>
              <a:rPr lang="en-IN" dirty="0">
                <a:solidFill>
                  <a:schemeClr val="tx1"/>
                </a:solidFill>
              </a:rPr>
              <a:t>Use this slide deck for customer presentations </a:t>
            </a:r>
          </a:p>
          <a:p>
            <a:r>
              <a:rPr lang="en-IN" b="1" dirty="0">
                <a:solidFill>
                  <a:schemeClr val="tx1"/>
                </a:solidFill>
              </a:rPr>
              <a:t>Repurpose Content - </a:t>
            </a:r>
            <a:r>
              <a:rPr lang="en-IN" dirty="0">
                <a:solidFill>
                  <a:schemeClr val="tx1"/>
                </a:solidFill>
              </a:rPr>
              <a:t>Use customer slides from other presentations to speed up creation of this presentation</a:t>
            </a:r>
          </a:p>
          <a:p>
            <a:r>
              <a:rPr lang="en-US" b="1" dirty="0">
                <a:solidFill>
                  <a:schemeClr val="tx1"/>
                </a:solidFill>
              </a:rPr>
              <a:t>Keep Content Concise – </a:t>
            </a:r>
            <a:r>
              <a:rPr lang="en-US" dirty="0">
                <a:solidFill>
                  <a:schemeClr val="tx1"/>
                </a:solidFill>
              </a:rPr>
              <a:t>Use bullet points and visuals to convey key ideas effectively without overwhelming the audience.</a:t>
            </a:r>
          </a:p>
          <a:p>
            <a:r>
              <a:rPr lang="en-US" b="1" dirty="0">
                <a:solidFill>
                  <a:schemeClr val="tx1"/>
                </a:solidFill>
              </a:rPr>
              <a:t>Maintain Branding &amp; Formatting – </a:t>
            </a:r>
            <a:r>
              <a:rPr lang="en-US" dirty="0">
                <a:solidFill>
                  <a:schemeClr val="tx1"/>
                </a:solidFill>
              </a:rPr>
              <a:t>Stick to the provided fonts, colors, and layout to ensure consistency and professionalism.</a:t>
            </a:r>
          </a:p>
          <a:p>
            <a:r>
              <a:rPr lang="en-US" b="1" dirty="0">
                <a:solidFill>
                  <a:schemeClr val="tx1"/>
                </a:solidFill>
              </a:rPr>
              <a:t>Customize as Needed – </a:t>
            </a:r>
            <a:r>
              <a:rPr lang="en-US" dirty="0">
                <a:solidFill>
                  <a:schemeClr val="tx1"/>
                </a:solidFill>
              </a:rPr>
              <a:t>Modify or add slides to align with the client’s needs while keeping the flow logical and impactful.</a:t>
            </a:r>
          </a:p>
          <a:p>
            <a:pPr lvl="1"/>
            <a:endParaRPr lang="en-IN" dirty="0"/>
          </a:p>
        </p:txBody>
      </p:sp>
      <p:sp>
        <p:nvSpPr>
          <p:cNvPr id="6" name="TextBox 5">
            <a:extLst>
              <a:ext uri="{FF2B5EF4-FFF2-40B4-BE49-F238E27FC236}">
                <a16:creationId xmlns:a16="http://schemas.microsoft.com/office/drawing/2014/main" id="{08ED08CE-AA2B-5227-8036-AD1F1CA41167}"/>
              </a:ext>
            </a:extLst>
          </p:cNvPr>
          <p:cNvSpPr txBox="1"/>
          <p:nvPr/>
        </p:nvSpPr>
        <p:spPr>
          <a:xfrm>
            <a:off x="3080327" y="5292208"/>
            <a:ext cx="6031345" cy="369332"/>
          </a:xfrm>
          <a:prstGeom prst="rect">
            <a:avLst/>
          </a:prstGeom>
          <a:noFill/>
        </p:spPr>
        <p:txBody>
          <a:bodyPr wrap="square" rtlCol="0">
            <a:spAutoFit/>
          </a:bodyPr>
          <a:lstStyle/>
          <a:p>
            <a:r>
              <a:rPr lang="en-US" dirty="0">
                <a:solidFill>
                  <a:srgbClr val="FF0000"/>
                </a:solidFill>
              </a:rPr>
              <a:t>* Delete this slide from the presentation upon completion</a:t>
            </a:r>
          </a:p>
        </p:txBody>
      </p:sp>
    </p:spTree>
    <p:extLst>
      <p:ext uri="{BB962C8B-B14F-4D97-AF65-F5344CB8AC3E}">
        <p14:creationId xmlns:p14="http://schemas.microsoft.com/office/powerpoint/2010/main" val="242317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2C49E8-251E-5BBA-E50E-C246FFAFD2D8}"/>
              </a:ext>
            </a:extLst>
          </p:cNvPr>
          <p:cNvSpPr>
            <a:spLocks noGrp="1"/>
          </p:cNvSpPr>
          <p:nvPr>
            <p:ph type="ctrTitle"/>
          </p:nvPr>
        </p:nvSpPr>
        <p:spPr/>
        <p:txBody>
          <a:bodyPr/>
          <a:lstStyle/>
          <a:p>
            <a:endParaRPr lang="en-IN"/>
          </a:p>
        </p:txBody>
      </p:sp>
      <p:sp>
        <p:nvSpPr>
          <p:cNvPr id="5" name="Subtitle 4">
            <a:extLst>
              <a:ext uri="{FF2B5EF4-FFF2-40B4-BE49-F238E27FC236}">
                <a16:creationId xmlns:a16="http://schemas.microsoft.com/office/drawing/2014/main" id="{CF58ECD2-10D2-0B2C-E449-4982E1556AF6}"/>
              </a:ext>
            </a:extLst>
          </p:cNvPr>
          <p:cNvSpPr>
            <a:spLocks noGrp="1"/>
          </p:cNvSpPr>
          <p:nvPr>
            <p:ph type="subTitle" idx="1"/>
          </p:nvPr>
        </p:nvSpPr>
        <p:spPr/>
        <p:txBody>
          <a:bodyPr/>
          <a:lstStyle/>
          <a:p>
            <a:endParaRPr lang="en-IN"/>
          </a:p>
        </p:txBody>
      </p:sp>
      <p:pic>
        <p:nvPicPr>
          <p:cNvPr id="2" name="Picture Placeholder 6">
            <a:extLst>
              <a:ext uri="{FF2B5EF4-FFF2-40B4-BE49-F238E27FC236}">
                <a16:creationId xmlns:a16="http://schemas.microsoft.com/office/drawing/2014/main" id="{A17EB402-4D66-EFD6-C8DE-BBAF8C0FC5C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96555" y="2052862"/>
            <a:ext cx="1719514" cy="2252562"/>
          </a:xfrm>
          <a:custGeom>
            <a:avLst/>
            <a:gdLst>
              <a:gd name="connsiteX0" fmla="*/ 1837601 w 1837601"/>
              <a:gd name="connsiteY0" fmla="*/ 0 h 2748624"/>
              <a:gd name="connsiteX1" fmla="*/ 1837601 w 1837601"/>
              <a:gd name="connsiteY1" fmla="*/ 2094776 h 2748624"/>
              <a:gd name="connsiteX2" fmla="*/ 3 w 1837601"/>
              <a:gd name="connsiteY2" fmla="*/ 2748624 h 2748624"/>
              <a:gd name="connsiteX3" fmla="*/ 0 w 1837601"/>
              <a:gd name="connsiteY3" fmla="*/ 2748624 h 2748624"/>
              <a:gd name="connsiteX4" fmla="*/ 0 w 1837601"/>
              <a:gd name="connsiteY4" fmla="*/ 617944 h 2748624"/>
              <a:gd name="connsiteX5" fmla="*/ 269719 w 1837601"/>
              <a:gd name="connsiteY5" fmla="*/ 513916 h 2748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7601" h="2748624">
                <a:moveTo>
                  <a:pt x="1837601" y="0"/>
                </a:moveTo>
                <a:lnTo>
                  <a:pt x="1837601" y="2094776"/>
                </a:lnTo>
                <a:lnTo>
                  <a:pt x="3" y="2748624"/>
                </a:lnTo>
                <a:lnTo>
                  <a:pt x="0" y="2748624"/>
                </a:lnTo>
                <a:lnTo>
                  <a:pt x="0" y="617944"/>
                </a:lnTo>
                <a:lnTo>
                  <a:pt x="269719" y="513916"/>
                </a:lnTo>
                <a:close/>
              </a:path>
            </a:pathLst>
          </a:custGeom>
          <a:solidFill>
            <a:schemeClr val="bg1">
              <a:lumMod val="95000"/>
            </a:schemeClr>
          </a:solidFill>
          <a:ln>
            <a:noFill/>
          </a:ln>
          <a:effectLst>
            <a:outerShdw blurRad="63500" sx="102000" sy="102000" algn="ctr" rotWithShape="0">
              <a:prstClr val="black">
                <a:alpha val="40000"/>
              </a:prstClr>
            </a:outerShdw>
          </a:effectLst>
        </p:spPr>
      </p:pic>
      <p:pic>
        <p:nvPicPr>
          <p:cNvPr id="15" name="Picture Placeholder 6">
            <a:extLst>
              <a:ext uri="{FF2B5EF4-FFF2-40B4-BE49-F238E27FC236}">
                <a16:creationId xmlns:a16="http://schemas.microsoft.com/office/drawing/2014/main" id="{968A9787-5913-270E-74DF-7B5DEB3DA0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87396" y="2714136"/>
            <a:ext cx="1719513" cy="2252563"/>
          </a:xfrm>
          <a:custGeom>
            <a:avLst/>
            <a:gdLst>
              <a:gd name="connsiteX0" fmla="*/ 1837601 w 1837601"/>
              <a:gd name="connsiteY0" fmla="*/ 0 h 2748624"/>
              <a:gd name="connsiteX1" fmla="*/ 1837601 w 1837601"/>
              <a:gd name="connsiteY1" fmla="*/ 2094776 h 2748624"/>
              <a:gd name="connsiteX2" fmla="*/ 3 w 1837601"/>
              <a:gd name="connsiteY2" fmla="*/ 2748624 h 2748624"/>
              <a:gd name="connsiteX3" fmla="*/ 0 w 1837601"/>
              <a:gd name="connsiteY3" fmla="*/ 2748624 h 2748624"/>
              <a:gd name="connsiteX4" fmla="*/ 0 w 1837601"/>
              <a:gd name="connsiteY4" fmla="*/ 617944 h 2748624"/>
              <a:gd name="connsiteX5" fmla="*/ 269719 w 1837601"/>
              <a:gd name="connsiteY5" fmla="*/ 513916 h 2748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7601" h="2748624">
                <a:moveTo>
                  <a:pt x="1837601" y="0"/>
                </a:moveTo>
                <a:lnTo>
                  <a:pt x="1837601" y="2094776"/>
                </a:lnTo>
                <a:lnTo>
                  <a:pt x="3" y="2748624"/>
                </a:lnTo>
                <a:lnTo>
                  <a:pt x="0" y="2748624"/>
                </a:lnTo>
                <a:lnTo>
                  <a:pt x="0" y="617944"/>
                </a:lnTo>
                <a:lnTo>
                  <a:pt x="269719" y="513916"/>
                </a:lnTo>
                <a:close/>
              </a:path>
            </a:pathLst>
          </a:custGeom>
          <a:solidFill>
            <a:schemeClr val="bg1">
              <a:lumMod val="95000"/>
            </a:schemeClr>
          </a:solidFill>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652809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15161E-3FE5-9BEC-5D7F-E6489A140D85}"/>
              </a:ext>
            </a:extLst>
          </p:cNvPr>
          <p:cNvSpPr>
            <a:spLocks noGrp="1"/>
          </p:cNvSpPr>
          <p:nvPr>
            <p:ph type="body" sz="quarter" idx="21"/>
          </p:nvPr>
        </p:nvSpPr>
        <p:spPr/>
        <p:txBody>
          <a:bodyPr/>
          <a:lstStyle/>
          <a:p>
            <a:endParaRPr lang="en-IN"/>
          </a:p>
        </p:txBody>
      </p:sp>
      <p:pic>
        <p:nvPicPr>
          <p:cNvPr id="5" name="Picture Placeholder 4">
            <a:extLst>
              <a:ext uri="{FF2B5EF4-FFF2-40B4-BE49-F238E27FC236}">
                <a16:creationId xmlns:a16="http://schemas.microsoft.com/office/drawing/2014/main" id="{5524A03C-2257-652D-8EA0-EFE96614B8B3}"/>
              </a:ext>
            </a:extLst>
          </p:cNvPr>
          <p:cNvPicPr>
            <a:picLocks noGrp="1" noChangeAspect="1"/>
          </p:cNvPicPr>
          <p:nvPr>
            <p:ph type="pic" sz="quarter" idx="38"/>
          </p:nvPr>
        </p:nvPicPr>
        <p:blipFill>
          <a:blip r:embed="rId2">
            <a:extLst>
              <a:ext uri="{28A0092B-C50C-407E-A947-70E740481C1C}">
                <a14:useLocalDpi xmlns:a14="http://schemas.microsoft.com/office/drawing/2010/main" val="0"/>
              </a:ext>
            </a:extLst>
          </a:blip>
          <a:srcRect t="5260" b="5260"/>
          <a:stretch/>
        </p:blipFill>
        <p:spPr>
          <a:xfrm rot="10800000" flipH="1" flipV="1">
            <a:off x="6723804" y="1129977"/>
            <a:ext cx="3726297" cy="3726108"/>
          </a:xfrm>
        </p:spPr>
      </p:pic>
    </p:spTree>
    <p:extLst>
      <p:ext uri="{BB962C8B-B14F-4D97-AF65-F5344CB8AC3E}">
        <p14:creationId xmlns:p14="http://schemas.microsoft.com/office/powerpoint/2010/main" val="2154881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48" name="Полилиния 47">
            <a:extLst>
              <a:ext uri="{FF2B5EF4-FFF2-40B4-BE49-F238E27FC236}">
                <a16:creationId xmlns:a16="http://schemas.microsoft.com/office/drawing/2014/main" id="{1E9A0FF1-321C-7F41-A6F3-596187EF4FAA}"/>
              </a:ext>
            </a:extLst>
          </p:cNvPr>
          <p:cNvSpPr/>
          <p:nvPr/>
        </p:nvSpPr>
        <p:spPr>
          <a:xfrm>
            <a:off x="-23883" y="50"/>
            <a:ext cx="3954304" cy="6857901"/>
          </a:xfrm>
          <a:custGeom>
            <a:avLst/>
            <a:gdLst>
              <a:gd name="connsiteX0" fmla="*/ 0 w 7909638"/>
              <a:gd name="connsiteY0" fmla="*/ 0 h 13717588"/>
              <a:gd name="connsiteX1" fmla="*/ 7909638 w 7909638"/>
              <a:gd name="connsiteY1" fmla="*/ 0 h 13717588"/>
              <a:gd name="connsiteX2" fmla="*/ 7027591 w 7909638"/>
              <a:gd name="connsiteY2" fmla="*/ 13717588 h 13717588"/>
              <a:gd name="connsiteX3" fmla="*/ 0 w 7909638"/>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7909638" h="13717588">
                <a:moveTo>
                  <a:pt x="0" y="0"/>
                </a:moveTo>
                <a:lnTo>
                  <a:pt x="7909638" y="0"/>
                </a:lnTo>
                <a:lnTo>
                  <a:pt x="7027591" y="13717588"/>
                </a:lnTo>
                <a:lnTo>
                  <a:pt x="0" y="13717588"/>
                </a:lnTo>
                <a:close/>
              </a:path>
            </a:pathLst>
          </a:custGeom>
          <a:ln>
            <a:noFill/>
          </a:ln>
          <a:effectLst>
            <a:glow>
              <a:schemeClr val="accent1">
                <a:alpha val="40000"/>
              </a:schemeClr>
            </a:glow>
            <a:outerShdw blurRad="660400" dir="5400000" algn="ctr" rotWithShape="0">
              <a:srgbClr val="000000">
                <a:alpha val="5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useBgFill="1">
        <p:nvSpPr>
          <p:cNvPr id="47" name="Полилиния 46">
            <a:extLst>
              <a:ext uri="{FF2B5EF4-FFF2-40B4-BE49-F238E27FC236}">
                <a16:creationId xmlns:a16="http://schemas.microsoft.com/office/drawing/2014/main" id="{1CD5D3E1-FD95-5841-8056-7F574DD610CE}"/>
              </a:ext>
            </a:extLst>
          </p:cNvPr>
          <p:cNvSpPr/>
          <p:nvPr/>
        </p:nvSpPr>
        <p:spPr>
          <a:xfrm>
            <a:off x="-23882" y="50"/>
            <a:ext cx="4440031" cy="6857901"/>
          </a:xfrm>
          <a:custGeom>
            <a:avLst/>
            <a:gdLst>
              <a:gd name="connsiteX0" fmla="*/ 0 w 9745911"/>
              <a:gd name="connsiteY0" fmla="*/ 0 h 13717588"/>
              <a:gd name="connsiteX1" fmla="*/ 9745911 w 9745911"/>
              <a:gd name="connsiteY1" fmla="*/ 0 h 13717588"/>
              <a:gd name="connsiteX2" fmla="*/ 3788935 w 9745911"/>
              <a:gd name="connsiteY2" fmla="*/ 13717588 h 13717588"/>
              <a:gd name="connsiteX3" fmla="*/ 0 w 9745911"/>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9745911" h="13717588">
                <a:moveTo>
                  <a:pt x="0" y="0"/>
                </a:moveTo>
                <a:lnTo>
                  <a:pt x="9745911" y="0"/>
                </a:lnTo>
                <a:lnTo>
                  <a:pt x="3788935" y="13717588"/>
                </a:lnTo>
                <a:lnTo>
                  <a:pt x="0" y="13717588"/>
                </a:lnTo>
                <a:close/>
              </a:path>
            </a:pathLst>
          </a:custGeom>
          <a:ln>
            <a:noFill/>
          </a:ln>
          <a:effectLst>
            <a:glow>
              <a:schemeClr val="accent1">
                <a:alpha val="40000"/>
              </a:schemeClr>
            </a:glow>
            <a:outerShdw blurRad="660400" dir="5400000" algn="ctr" rotWithShape="0">
              <a:srgbClr val="000000">
                <a:alpha val="51000"/>
              </a:srgb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useBgFill="1">
        <p:nvSpPr>
          <p:cNvPr id="49" name="Полилиния 48">
            <a:extLst>
              <a:ext uri="{FF2B5EF4-FFF2-40B4-BE49-F238E27FC236}">
                <a16:creationId xmlns:a16="http://schemas.microsoft.com/office/drawing/2014/main" id="{DB9C4872-EBFB-6D47-9CD1-084F70D1E64D}"/>
              </a:ext>
            </a:extLst>
          </p:cNvPr>
          <p:cNvSpPr/>
          <p:nvPr/>
        </p:nvSpPr>
        <p:spPr bwMode="white">
          <a:xfrm>
            <a:off x="-23882" y="50"/>
            <a:ext cx="3900041" cy="6857901"/>
          </a:xfrm>
          <a:custGeom>
            <a:avLst/>
            <a:gdLst>
              <a:gd name="connsiteX0" fmla="*/ 0 w 7952495"/>
              <a:gd name="connsiteY0" fmla="*/ 0 h 13717588"/>
              <a:gd name="connsiteX1" fmla="*/ 3822285 w 7952495"/>
              <a:gd name="connsiteY1" fmla="*/ 0 h 13717588"/>
              <a:gd name="connsiteX2" fmla="*/ 7952495 w 7952495"/>
              <a:gd name="connsiteY2" fmla="*/ 13717588 h 13717588"/>
              <a:gd name="connsiteX3" fmla="*/ 0 w 7952495"/>
              <a:gd name="connsiteY3" fmla="*/ 13717588 h 13717588"/>
              <a:gd name="connsiteX0" fmla="*/ 0 w 7952495"/>
              <a:gd name="connsiteY0" fmla="*/ 0 h 13717588"/>
              <a:gd name="connsiteX1" fmla="*/ 2475852 w 7952495"/>
              <a:gd name="connsiteY1" fmla="*/ 25400 h 13717588"/>
              <a:gd name="connsiteX2" fmla="*/ 7952495 w 7952495"/>
              <a:gd name="connsiteY2" fmla="*/ 13717588 h 13717588"/>
              <a:gd name="connsiteX3" fmla="*/ 0 w 7952495"/>
              <a:gd name="connsiteY3" fmla="*/ 13717588 h 13717588"/>
              <a:gd name="connsiteX4" fmla="*/ 0 w 7952495"/>
              <a:gd name="connsiteY4" fmla="*/ 0 h 13717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2495" h="13717588">
                <a:moveTo>
                  <a:pt x="0" y="0"/>
                </a:moveTo>
                <a:lnTo>
                  <a:pt x="2475852" y="25400"/>
                </a:lnTo>
                <a:lnTo>
                  <a:pt x="7952495" y="13717588"/>
                </a:lnTo>
                <a:lnTo>
                  <a:pt x="0" y="13717588"/>
                </a:lnTo>
                <a:lnTo>
                  <a:pt x="0" y="0"/>
                </a:lnTo>
                <a:close/>
              </a:path>
            </a:pathLst>
          </a:custGeom>
          <a:ln>
            <a:noFill/>
          </a:ln>
          <a:effectLst>
            <a:glow rad="1905000">
              <a:schemeClr val="tx2">
                <a:alpha val="0"/>
              </a:schemeClr>
            </a:glow>
            <a:outerShdw blurRad="825500" dist="406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useBgFill="1">
        <p:nvSpPr>
          <p:cNvPr id="51" name="Полилиния 50">
            <a:extLst>
              <a:ext uri="{FF2B5EF4-FFF2-40B4-BE49-F238E27FC236}">
                <a16:creationId xmlns:a16="http://schemas.microsoft.com/office/drawing/2014/main" id="{E397F71C-D684-9349-B482-AA9114082F6F}"/>
              </a:ext>
            </a:extLst>
          </p:cNvPr>
          <p:cNvSpPr/>
          <p:nvPr/>
        </p:nvSpPr>
        <p:spPr>
          <a:xfrm flipH="1">
            <a:off x="8261579" y="50"/>
            <a:ext cx="3954304" cy="6857901"/>
          </a:xfrm>
          <a:custGeom>
            <a:avLst/>
            <a:gdLst>
              <a:gd name="connsiteX0" fmla="*/ 0 w 7909638"/>
              <a:gd name="connsiteY0" fmla="*/ 0 h 13717588"/>
              <a:gd name="connsiteX1" fmla="*/ 7909638 w 7909638"/>
              <a:gd name="connsiteY1" fmla="*/ 0 h 13717588"/>
              <a:gd name="connsiteX2" fmla="*/ 7027591 w 7909638"/>
              <a:gd name="connsiteY2" fmla="*/ 13717588 h 13717588"/>
              <a:gd name="connsiteX3" fmla="*/ 0 w 7909638"/>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7909638" h="13717588">
                <a:moveTo>
                  <a:pt x="0" y="0"/>
                </a:moveTo>
                <a:lnTo>
                  <a:pt x="7909638" y="0"/>
                </a:lnTo>
                <a:lnTo>
                  <a:pt x="7027591" y="13717588"/>
                </a:lnTo>
                <a:lnTo>
                  <a:pt x="0" y="13717588"/>
                </a:lnTo>
                <a:close/>
              </a:path>
            </a:pathLst>
          </a:custGeom>
          <a:ln>
            <a:noFill/>
          </a:ln>
          <a:effectLst>
            <a:glow>
              <a:schemeClr val="accent1">
                <a:alpha val="22000"/>
              </a:schemeClr>
            </a:glow>
            <a:outerShdw blurRad="660400" dir="5400000" algn="ctr" rotWithShape="0">
              <a:srgbClr val="000000">
                <a:alpha val="5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useBgFill="1">
        <p:nvSpPr>
          <p:cNvPr id="52" name="Полилиния 51">
            <a:extLst>
              <a:ext uri="{FF2B5EF4-FFF2-40B4-BE49-F238E27FC236}">
                <a16:creationId xmlns:a16="http://schemas.microsoft.com/office/drawing/2014/main" id="{BF2F1EFB-6C7F-6F4C-BAC2-895EA5BE3C87}"/>
              </a:ext>
            </a:extLst>
          </p:cNvPr>
          <p:cNvSpPr/>
          <p:nvPr/>
        </p:nvSpPr>
        <p:spPr>
          <a:xfrm flipH="1">
            <a:off x="8117574" y="50"/>
            <a:ext cx="4098308" cy="6857901"/>
          </a:xfrm>
          <a:custGeom>
            <a:avLst/>
            <a:gdLst>
              <a:gd name="connsiteX0" fmla="*/ 0 w 9745911"/>
              <a:gd name="connsiteY0" fmla="*/ 0 h 13717588"/>
              <a:gd name="connsiteX1" fmla="*/ 9745911 w 9745911"/>
              <a:gd name="connsiteY1" fmla="*/ 0 h 13717588"/>
              <a:gd name="connsiteX2" fmla="*/ 3788935 w 9745911"/>
              <a:gd name="connsiteY2" fmla="*/ 13717588 h 13717588"/>
              <a:gd name="connsiteX3" fmla="*/ 0 w 9745911"/>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9745911" h="13717588">
                <a:moveTo>
                  <a:pt x="0" y="0"/>
                </a:moveTo>
                <a:lnTo>
                  <a:pt x="9745911" y="0"/>
                </a:lnTo>
                <a:lnTo>
                  <a:pt x="3788935" y="13717588"/>
                </a:lnTo>
                <a:lnTo>
                  <a:pt x="0" y="13717588"/>
                </a:lnTo>
                <a:close/>
              </a:path>
            </a:pathLst>
          </a:custGeom>
          <a:ln>
            <a:noFill/>
          </a:ln>
          <a:effectLst>
            <a:glow>
              <a:schemeClr val="accent1">
                <a:alpha val="40000"/>
              </a:schemeClr>
            </a:glow>
            <a:outerShdw blurRad="660400" dir="5400000" algn="ctr" rotWithShape="0">
              <a:srgbClr val="000000">
                <a:alpha val="5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useBgFill="1">
        <p:nvSpPr>
          <p:cNvPr id="53" name="Полилиния 52">
            <a:extLst>
              <a:ext uri="{FF2B5EF4-FFF2-40B4-BE49-F238E27FC236}">
                <a16:creationId xmlns:a16="http://schemas.microsoft.com/office/drawing/2014/main" id="{16758E12-B413-AE41-B1BE-6F1A3E956713}"/>
              </a:ext>
            </a:extLst>
          </p:cNvPr>
          <p:cNvSpPr/>
          <p:nvPr/>
        </p:nvSpPr>
        <p:spPr bwMode="white">
          <a:xfrm flipH="1">
            <a:off x="8240153" y="50"/>
            <a:ext cx="3975730" cy="6857901"/>
          </a:xfrm>
          <a:custGeom>
            <a:avLst/>
            <a:gdLst>
              <a:gd name="connsiteX0" fmla="*/ 0 w 7952495"/>
              <a:gd name="connsiteY0" fmla="*/ 0 h 13717588"/>
              <a:gd name="connsiteX1" fmla="*/ 3822285 w 7952495"/>
              <a:gd name="connsiteY1" fmla="*/ 0 h 13717588"/>
              <a:gd name="connsiteX2" fmla="*/ 7952495 w 7952495"/>
              <a:gd name="connsiteY2" fmla="*/ 13717588 h 13717588"/>
              <a:gd name="connsiteX3" fmla="*/ 0 w 7952495"/>
              <a:gd name="connsiteY3" fmla="*/ 13717588 h 13717588"/>
              <a:gd name="connsiteX0" fmla="*/ 0 w 7952495"/>
              <a:gd name="connsiteY0" fmla="*/ 0 h 13717588"/>
              <a:gd name="connsiteX1" fmla="*/ 2374485 w 7952495"/>
              <a:gd name="connsiteY1" fmla="*/ 0 h 13717588"/>
              <a:gd name="connsiteX2" fmla="*/ 7952495 w 7952495"/>
              <a:gd name="connsiteY2" fmla="*/ 13717588 h 13717588"/>
              <a:gd name="connsiteX3" fmla="*/ 0 w 7952495"/>
              <a:gd name="connsiteY3" fmla="*/ 13717588 h 13717588"/>
              <a:gd name="connsiteX4" fmla="*/ 0 w 7952495"/>
              <a:gd name="connsiteY4" fmla="*/ 0 h 13717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2495" h="13717588">
                <a:moveTo>
                  <a:pt x="0" y="0"/>
                </a:moveTo>
                <a:lnTo>
                  <a:pt x="2374485" y="0"/>
                </a:lnTo>
                <a:lnTo>
                  <a:pt x="7952495" y="13717588"/>
                </a:lnTo>
                <a:lnTo>
                  <a:pt x="0" y="13717588"/>
                </a:lnTo>
                <a:lnTo>
                  <a:pt x="0" y="0"/>
                </a:lnTo>
                <a:close/>
              </a:path>
            </a:pathLst>
          </a:custGeom>
          <a:ln>
            <a:noFill/>
          </a:ln>
          <a:effectLst>
            <a:glow rad="1905000">
              <a:schemeClr val="tx2">
                <a:alpha val="0"/>
              </a:schemeClr>
            </a:glow>
            <a:outerShdw blurRad="825500" dist="406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p:nvSpPr>
          <p:cNvPr id="13" name="Прямоугольник 12">
            <a:extLst>
              <a:ext uri="{FF2B5EF4-FFF2-40B4-BE49-F238E27FC236}">
                <a16:creationId xmlns:a16="http://schemas.microsoft.com/office/drawing/2014/main" id="{B4F652FE-8C1E-5F4C-AADE-A2B52B94E2C4}"/>
              </a:ext>
            </a:extLst>
          </p:cNvPr>
          <p:cNvSpPr/>
          <p:nvPr/>
        </p:nvSpPr>
        <p:spPr>
          <a:xfrm>
            <a:off x="-23884" y="0"/>
            <a:ext cx="12263650" cy="6857901"/>
          </a:xfrm>
          <a:prstGeom prst="rect">
            <a:avLst/>
          </a:prstGeom>
          <a:gradFill flip="none" rotWithShape="1">
            <a:gsLst>
              <a:gs pos="100000">
                <a:srgbClr val="8B5E34">
                  <a:alpha val="45000"/>
                  <a:lumMod val="0"/>
                </a:srgbClr>
              </a:gs>
              <a:gs pos="63000">
                <a:srgbClr val="8B5E34">
                  <a:lumMod val="17000"/>
                  <a:alpha val="4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pPr algn="ctr"/>
            <a:endParaRPr lang="ru-RU" sz="900" dirty="0"/>
          </a:p>
        </p:txBody>
      </p:sp>
      <p:sp>
        <p:nvSpPr>
          <p:cNvPr id="24" name="Заголовок 1">
            <a:extLst>
              <a:ext uri="{FF2B5EF4-FFF2-40B4-BE49-F238E27FC236}">
                <a16:creationId xmlns:a16="http://schemas.microsoft.com/office/drawing/2014/main" id="{1DC102C9-746E-1C4B-8DB0-B3DB1A3253D3}"/>
              </a:ext>
            </a:extLst>
          </p:cNvPr>
          <p:cNvSpPr>
            <a:spLocks noGrp="1"/>
          </p:cNvSpPr>
          <p:nvPr>
            <p:ph type="title" idx="4294967295"/>
          </p:nvPr>
        </p:nvSpPr>
        <p:spPr>
          <a:xfrm>
            <a:off x="2512432" y="2749382"/>
            <a:ext cx="7167136" cy="1449431"/>
          </a:xfrm>
          <a:noFill/>
        </p:spPr>
        <p:txBody>
          <a:bodyPr>
            <a:normAutofit fontScale="90000"/>
          </a:bodyPr>
          <a:lstStyle/>
          <a:p>
            <a:pPr algn="ctr"/>
            <a:r>
              <a:rPr lang="en-US" sz="6600" b="1" dirty="0">
                <a:solidFill>
                  <a:schemeClr val="bg1"/>
                </a:solidFill>
                <a:latin typeface="Segoe UI" panose="020B0502040204020203" pitchFamily="34" charset="0"/>
                <a:cs typeface="Segoe UI" panose="020B0502040204020203" pitchFamily="34" charset="0"/>
              </a:rPr>
              <a:t>SECTION DIVIDER</a:t>
            </a:r>
            <a:endParaRPr lang="ru-RU" sz="6600" b="1" dirty="0">
              <a:solidFill>
                <a:schemeClr val="bg1"/>
              </a:solidFill>
              <a:latin typeface="Segoe UI" panose="020B0502040204020203" pitchFamily="34" charset="0"/>
              <a:cs typeface="Segoe UI" panose="020B0502040204020203" pitchFamily="34" charset="0"/>
            </a:endParaRPr>
          </a:p>
        </p:txBody>
      </p:sp>
      <p:sp>
        <p:nvSpPr>
          <p:cNvPr id="26" name="Прямоугольник 25">
            <a:extLst>
              <a:ext uri="{FF2B5EF4-FFF2-40B4-BE49-F238E27FC236}">
                <a16:creationId xmlns:a16="http://schemas.microsoft.com/office/drawing/2014/main" id="{E5755F57-7706-AD46-91B4-E7E430E039AB}"/>
              </a:ext>
            </a:extLst>
          </p:cNvPr>
          <p:cNvSpPr/>
          <p:nvPr/>
        </p:nvSpPr>
        <p:spPr>
          <a:xfrm>
            <a:off x="3486050" y="2306165"/>
            <a:ext cx="5219900" cy="33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p:nvSpPr>
          <p:cNvPr id="27" name="Прямоугольник 26">
            <a:extLst>
              <a:ext uri="{FF2B5EF4-FFF2-40B4-BE49-F238E27FC236}">
                <a16:creationId xmlns:a16="http://schemas.microsoft.com/office/drawing/2014/main" id="{ECBB55EC-2258-9F49-A0C2-77291E5FEB77}"/>
              </a:ext>
            </a:extLst>
          </p:cNvPr>
          <p:cNvSpPr/>
          <p:nvPr/>
        </p:nvSpPr>
        <p:spPr>
          <a:xfrm>
            <a:off x="3486050" y="4608442"/>
            <a:ext cx="5219900" cy="33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p>
        </p:txBody>
      </p:sp>
      <p:sp>
        <p:nvSpPr>
          <p:cNvPr id="3" name="TextBox 2">
            <a:extLst>
              <a:ext uri="{FF2B5EF4-FFF2-40B4-BE49-F238E27FC236}">
                <a16:creationId xmlns:a16="http://schemas.microsoft.com/office/drawing/2014/main" id="{AD830AE8-BF98-C570-3774-BBC115E73ECF}"/>
              </a:ext>
            </a:extLst>
          </p:cNvPr>
          <p:cNvSpPr txBox="1"/>
          <p:nvPr/>
        </p:nvSpPr>
        <p:spPr>
          <a:xfrm>
            <a:off x="2741543" y="4928192"/>
            <a:ext cx="6708913" cy="1200329"/>
          </a:xfrm>
          <a:prstGeom prst="rect">
            <a:avLst/>
          </a:prstGeom>
          <a:noFill/>
        </p:spPr>
        <p:txBody>
          <a:bodyPr wrap="square" rtlCol="0">
            <a:spAutoFit/>
          </a:bodyPr>
          <a:lstStyle/>
          <a:p>
            <a:pPr algn="ctr"/>
            <a:r>
              <a:rPr lang="en-US" b="1" dirty="0">
                <a:solidFill>
                  <a:schemeClr val="bg1"/>
                </a:solidFill>
              </a:rPr>
              <a:t>Remove this section, if not needed / or use it to add subtitle</a:t>
            </a:r>
            <a:br>
              <a:rPr lang="en-US" dirty="0">
                <a:solidFill>
                  <a:schemeClr val="bg1"/>
                </a:solidFill>
              </a:rPr>
            </a:br>
            <a:r>
              <a:rPr lang="en-US" dirty="0">
                <a:solidFill>
                  <a:schemeClr val="bg1"/>
                </a:solidFill>
              </a:rPr>
              <a:t>To Set a background image. Click on the slide list on left and right click. Then select “Picture or Texture Fill”. After that upload or select an image from stock.  </a:t>
            </a:r>
            <a:endParaRPr lang="en-IN" dirty="0">
              <a:solidFill>
                <a:schemeClr val="bg1"/>
              </a:solidFill>
            </a:endParaRPr>
          </a:p>
        </p:txBody>
      </p:sp>
    </p:spTree>
    <p:extLst>
      <p:ext uri="{BB962C8B-B14F-4D97-AF65-F5344CB8AC3E}">
        <p14:creationId xmlns:p14="http://schemas.microsoft.com/office/powerpoint/2010/main" val="18986453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0" accel="50000" decel="50000" fill="hold" grpId="0" nodeType="withEffect">
                                  <p:stCondLst>
                                    <p:cond delay="0"/>
                                  </p:stCondLst>
                                  <p:childTnLst>
                                    <p:animMotion origin="layout" path="M 2.75876E-6 -2.13633E-6 L -0.1742 -2.13633E-6 " pathEditMode="relative" rAng="0" ptsTypes="AA">
                                      <p:cBhvr>
                                        <p:cTn id="6" dur="3000" fill="hold"/>
                                        <p:tgtEl>
                                          <p:spTgt spid="49"/>
                                        </p:tgtEl>
                                        <p:attrNameLst>
                                          <p:attrName>ppt_x</p:attrName>
                                          <p:attrName>ppt_y</p:attrName>
                                        </p:attrNameLst>
                                      </p:cBhvr>
                                      <p:rCtr x="-8710" y="0"/>
                                    </p:animMotion>
                                  </p:childTnLst>
                                </p:cTn>
                              </p:par>
                              <p:par>
                                <p:cTn id="7" presetID="0" presetClass="path" presetSubtype="0" repeatCount="0" accel="50000" decel="50000" fill="hold" grpId="0" nodeType="withEffect">
                                  <p:stCondLst>
                                    <p:cond delay="0"/>
                                  </p:stCondLst>
                                  <p:childTnLst>
                                    <p:animMotion origin="layout" path="M 1.8344E-6 -2.13633E-6 L 0.15056 -2.13633E-6 " pathEditMode="relative" rAng="0" ptsTypes="AA">
                                      <p:cBhvr>
                                        <p:cTn id="8" dur="3000" fill="hold"/>
                                        <p:tgtEl>
                                          <p:spTgt spid="53"/>
                                        </p:tgtEl>
                                        <p:attrNameLst>
                                          <p:attrName>ppt_x</p:attrName>
                                          <p:attrName>ppt_y</p:attrName>
                                        </p:attrNameLst>
                                      </p:cBhvr>
                                      <p:rCtr x="7525" y="0"/>
                                    </p:animMotion>
                                  </p:childTnLst>
                                </p:cTn>
                              </p:par>
                              <p:par>
                                <p:cTn id="9" presetID="0" presetClass="path" presetSubtype="0" repeatCount="0" accel="50000" decel="50000" fill="hold" grpId="0" nodeType="withEffect">
                                  <p:stCondLst>
                                    <p:cond delay="500"/>
                                  </p:stCondLst>
                                  <p:childTnLst>
                                    <p:animMotion origin="layout" path="M 4.20258E-6 -2.13633E-6 L 0.15056 -2.13633E-6 " pathEditMode="relative" rAng="0" ptsTypes="AA">
                                      <p:cBhvr>
                                        <p:cTn id="10" dur="3000" fill="hold"/>
                                        <p:tgtEl>
                                          <p:spTgt spid="52"/>
                                        </p:tgtEl>
                                        <p:attrNameLst>
                                          <p:attrName>ppt_x</p:attrName>
                                          <p:attrName>ppt_y</p:attrName>
                                        </p:attrNameLst>
                                      </p:cBhvr>
                                      <p:rCtr x="7525" y="0"/>
                                    </p:animMotion>
                                  </p:childTnLst>
                                </p:cTn>
                              </p:par>
                              <p:par>
                                <p:cTn id="11" presetID="0" presetClass="path" presetSubtype="0" repeatCount="0" accel="50000" decel="50000" fill="hold" grpId="0" nodeType="withEffect">
                                  <p:stCondLst>
                                    <p:cond delay="500"/>
                                  </p:stCondLst>
                                  <p:childTnLst>
                                    <p:animMotion origin="layout" path="M 2.23929E-7 -2.13633E-6 L -0.1742 -2.13633E-6 " pathEditMode="relative" rAng="0" ptsTypes="AA">
                                      <p:cBhvr>
                                        <p:cTn id="12" dur="3000" fill="hold"/>
                                        <p:tgtEl>
                                          <p:spTgt spid="47"/>
                                        </p:tgtEl>
                                        <p:attrNameLst>
                                          <p:attrName>ppt_x</p:attrName>
                                          <p:attrName>ppt_y</p:attrName>
                                        </p:attrNameLst>
                                      </p:cBhvr>
                                      <p:rCtr x="-8710" y="0"/>
                                    </p:animMotion>
                                  </p:childTnLst>
                                </p:cTn>
                              </p:par>
                              <p:par>
                                <p:cTn id="13" presetID="0" presetClass="path" presetSubtype="0" repeatCount="0" accel="50000" decel="50000" fill="hold" grpId="0" nodeType="withEffect">
                                  <p:stCondLst>
                                    <p:cond delay="1000"/>
                                  </p:stCondLst>
                                  <p:childTnLst>
                                    <p:animMotion origin="layout" path="M -4.94727E-7 -2.13633E-6 L -0.1742 -2.13633E-6 " pathEditMode="relative" rAng="0" ptsTypes="AA">
                                      <p:cBhvr>
                                        <p:cTn id="14" dur="3000" fill="hold"/>
                                        <p:tgtEl>
                                          <p:spTgt spid="48"/>
                                        </p:tgtEl>
                                        <p:attrNameLst>
                                          <p:attrName>ppt_x</p:attrName>
                                          <p:attrName>ppt_y</p:attrName>
                                        </p:attrNameLst>
                                      </p:cBhvr>
                                      <p:rCtr x="-8710" y="0"/>
                                    </p:animMotion>
                                  </p:childTnLst>
                                </p:cTn>
                              </p:par>
                              <p:par>
                                <p:cTn id="15" presetID="0" presetClass="path" presetSubtype="0" repeatCount="0" accel="50000" decel="50000" fill="hold" grpId="0" nodeType="withEffect">
                                  <p:stCondLst>
                                    <p:cond delay="1000"/>
                                  </p:stCondLst>
                                  <p:childTnLst>
                                    <p:animMotion origin="layout" path="M 4.94727E-7 -2.13633E-6 L 0.15057 -2.13633E-6 " pathEditMode="relative" rAng="0" ptsTypes="AA">
                                      <p:cBhvr>
                                        <p:cTn id="16" dur="3000" fill="hold"/>
                                        <p:tgtEl>
                                          <p:spTgt spid="51"/>
                                        </p:tgtEl>
                                        <p:attrNameLst>
                                          <p:attrName>ppt_x</p:attrName>
                                          <p:attrName>ppt_y</p:attrName>
                                        </p:attrNameLst>
                                      </p:cBhvr>
                                      <p:rCtr x="7525" y="0"/>
                                    </p:animMotion>
                                  </p:childTnLst>
                                </p:cTn>
                              </p:par>
                              <p:par>
                                <p:cTn id="17" presetID="2" presetClass="entr" presetSubtype="8" decel="50000" fill="hold" grpId="0" nodeType="withEffect">
                                  <p:stCondLst>
                                    <p:cond delay="300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0-#ppt_w/2"/>
                                          </p:val>
                                        </p:tav>
                                        <p:tav tm="100000">
                                          <p:val>
                                            <p:strVal val="#ppt_x"/>
                                          </p:val>
                                        </p:tav>
                                      </p:tavLst>
                                    </p:anim>
                                    <p:anim calcmode="lin" valueType="num">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par>
                          <p:cTn id="21" fill="hold">
                            <p:stCondLst>
                              <p:cond delay="4000"/>
                            </p:stCondLst>
                            <p:childTnLst>
                              <p:par>
                                <p:cTn id="22" presetID="22" presetClass="entr" presetSubtype="8"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right)">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7" grpId="0" animBg="1"/>
      <p:bldP spid="49" grpId="0" animBg="1"/>
      <p:bldP spid="51" grpId="0" animBg="1"/>
      <p:bldP spid="52" grpId="0" animBg="1"/>
      <p:bldP spid="53" grpId="0" animBg="1"/>
      <p:bldP spid="24" grpId="0"/>
      <p:bldP spid="26" grpId="0" animBg="1"/>
      <p:bldP spid="2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5">
            <a:extLst>
              <a:ext uri="{FF2B5EF4-FFF2-40B4-BE49-F238E27FC236}">
                <a16:creationId xmlns:a16="http://schemas.microsoft.com/office/drawing/2014/main" id="{6F1C4DA2-D552-61A8-0B7F-86BAB327FD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21571" y="-4268772"/>
            <a:ext cx="3534381" cy="14870063"/>
          </a:xfrm>
          <a:prstGeom prst="rect">
            <a:avLst/>
          </a:prstGeom>
        </p:spPr>
      </p:pic>
      <p:pic>
        <p:nvPicPr>
          <p:cNvPr id="3" name="Рисунок 2">
            <a:extLst>
              <a:ext uri="{FF2B5EF4-FFF2-40B4-BE49-F238E27FC236}">
                <a16:creationId xmlns:a16="http://schemas.microsoft.com/office/drawing/2014/main" id="{EF1EAAB8-2084-7DD3-7E0E-D096C3FAD8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30180" y="-4268772"/>
            <a:ext cx="3534381" cy="14870063"/>
          </a:xfrm>
          <a:prstGeom prst="rect">
            <a:avLst/>
          </a:prstGeom>
        </p:spPr>
      </p:pic>
      <p:pic>
        <p:nvPicPr>
          <p:cNvPr id="4" name="Рисунок 3">
            <a:extLst>
              <a:ext uri="{FF2B5EF4-FFF2-40B4-BE49-F238E27FC236}">
                <a16:creationId xmlns:a16="http://schemas.microsoft.com/office/drawing/2014/main" id="{464F9A31-7796-BCA1-2784-9C451604C3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38790" y="-4268772"/>
            <a:ext cx="3534381" cy="14870063"/>
          </a:xfrm>
          <a:prstGeom prst="rect">
            <a:avLst/>
          </a:prstGeom>
        </p:spPr>
      </p:pic>
      <p:pic>
        <p:nvPicPr>
          <p:cNvPr id="5" name="Рисунок 4">
            <a:extLst>
              <a:ext uri="{FF2B5EF4-FFF2-40B4-BE49-F238E27FC236}">
                <a16:creationId xmlns:a16="http://schemas.microsoft.com/office/drawing/2014/main" id="{7187C47E-174E-529A-FEE8-CC8E1D7E17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47400" y="-4268772"/>
            <a:ext cx="3534381" cy="14870063"/>
          </a:xfrm>
          <a:prstGeom prst="rect">
            <a:avLst/>
          </a:prstGeom>
        </p:spPr>
      </p:pic>
      <p:pic>
        <p:nvPicPr>
          <p:cNvPr id="6" name="Рисунок 5">
            <a:extLst>
              <a:ext uri="{FF2B5EF4-FFF2-40B4-BE49-F238E27FC236}">
                <a16:creationId xmlns:a16="http://schemas.microsoft.com/office/drawing/2014/main" id="{5E622524-9085-03F5-E653-048B82C3D7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56010" y="-4268772"/>
            <a:ext cx="3534381" cy="14870063"/>
          </a:xfrm>
          <a:prstGeom prst="rect">
            <a:avLst/>
          </a:prstGeom>
        </p:spPr>
      </p:pic>
      <p:pic>
        <p:nvPicPr>
          <p:cNvPr id="7" name="Рисунок 6">
            <a:extLst>
              <a:ext uri="{FF2B5EF4-FFF2-40B4-BE49-F238E27FC236}">
                <a16:creationId xmlns:a16="http://schemas.microsoft.com/office/drawing/2014/main" id="{75669049-919A-AAED-EE02-3B759B5285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64620" y="-4268772"/>
            <a:ext cx="3534381" cy="14870063"/>
          </a:xfrm>
          <a:prstGeom prst="rect">
            <a:avLst/>
          </a:prstGeom>
        </p:spPr>
      </p:pic>
      <p:pic>
        <p:nvPicPr>
          <p:cNvPr id="8" name="Рисунок 7">
            <a:extLst>
              <a:ext uri="{FF2B5EF4-FFF2-40B4-BE49-F238E27FC236}">
                <a16:creationId xmlns:a16="http://schemas.microsoft.com/office/drawing/2014/main" id="{79C09584-ADB4-089B-BC24-EE20F4461A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73230" y="-4268772"/>
            <a:ext cx="3534381" cy="14870063"/>
          </a:xfrm>
          <a:prstGeom prst="rect">
            <a:avLst/>
          </a:prstGeom>
        </p:spPr>
      </p:pic>
      <p:pic>
        <p:nvPicPr>
          <p:cNvPr id="9" name="Рисунок 8">
            <a:extLst>
              <a:ext uri="{FF2B5EF4-FFF2-40B4-BE49-F238E27FC236}">
                <a16:creationId xmlns:a16="http://schemas.microsoft.com/office/drawing/2014/main" id="{FC015C8B-6280-C4FE-36A2-50DC560833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81840" y="-4268772"/>
            <a:ext cx="3534381" cy="14870063"/>
          </a:xfrm>
          <a:prstGeom prst="rect">
            <a:avLst/>
          </a:prstGeom>
        </p:spPr>
      </p:pic>
      <p:pic>
        <p:nvPicPr>
          <p:cNvPr id="10" name="Рисунок 9">
            <a:extLst>
              <a:ext uri="{FF2B5EF4-FFF2-40B4-BE49-F238E27FC236}">
                <a16:creationId xmlns:a16="http://schemas.microsoft.com/office/drawing/2014/main" id="{08753C5A-046C-6C71-1CDD-1EA251F458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0450" y="-4268772"/>
            <a:ext cx="3534381" cy="14870063"/>
          </a:xfrm>
          <a:prstGeom prst="rect">
            <a:avLst/>
          </a:prstGeom>
        </p:spPr>
      </p:pic>
      <p:pic>
        <p:nvPicPr>
          <p:cNvPr id="11" name="Рисунок 10">
            <a:extLst>
              <a:ext uri="{FF2B5EF4-FFF2-40B4-BE49-F238E27FC236}">
                <a16:creationId xmlns:a16="http://schemas.microsoft.com/office/drawing/2014/main" id="{8BC9F4C1-2BFE-F6F2-BE7B-0A78E5632B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9060" y="-4268772"/>
            <a:ext cx="3534381" cy="14870063"/>
          </a:xfrm>
          <a:prstGeom prst="rect">
            <a:avLst/>
          </a:prstGeom>
        </p:spPr>
      </p:pic>
      <p:pic>
        <p:nvPicPr>
          <p:cNvPr id="12" name="Рисунок 11">
            <a:extLst>
              <a:ext uri="{FF2B5EF4-FFF2-40B4-BE49-F238E27FC236}">
                <a16:creationId xmlns:a16="http://schemas.microsoft.com/office/drawing/2014/main" id="{B0084404-FD68-0CAE-865B-B4A83643D3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2330" y="-4268772"/>
            <a:ext cx="3534381" cy="14870063"/>
          </a:xfrm>
          <a:prstGeom prst="rect">
            <a:avLst/>
          </a:prstGeom>
        </p:spPr>
      </p:pic>
      <p:pic>
        <p:nvPicPr>
          <p:cNvPr id="13" name="Рисунок 12">
            <a:extLst>
              <a:ext uri="{FF2B5EF4-FFF2-40B4-BE49-F238E27FC236}">
                <a16:creationId xmlns:a16="http://schemas.microsoft.com/office/drawing/2014/main" id="{36247B83-7C87-F4B9-B3DA-9F6D13C00D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83720" y="-4268772"/>
            <a:ext cx="3534381" cy="14870063"/>
          </a:xfrm>
          <a:prstGeom prst="rect">
            <a:avLst/>
          </a:prstGeom>
        </p:spPr>
      </p:pic>
      <p:sp>
        <p:nvSpPr>
          <p:cNvPr id="14" name="Заголовок 3">
            <a:extLst>
              <a:ext uri="{FF2B5EF4-FFF2-40B4-BE49-F238E27FC236}">
                <a16:creationId xmlns:a16="http://schemas.microsoft.com/office/drawing/2014/main" id="{13B284DB-2550-FED6-E833-32A240A37695}"/>
              </a:ext>
            </a:extLst>
          </p:cNvPr>
          <p:cNvSpPr txBox="1">
            <a:spLocks/>
          </p:cNvSpPr>
          <p:nvPr/>
        </p:nvSpPr>
        <p:spPr>
          <a:xfrm>
            <a:off x="767382" y="3416947"/>
            <a:ext cx="6310685" cy="2697656"/>
          </a:xfrm>
          <a:prstGeom prst="rect">
            <a:avLst/>
          </a:prstGeom>
        </p:spPr>
        <p:txBody>
          <a:bodyPr vert="horz" lIns="91434" tIns="45717" rIns="91434" bIns="45717" rtlCol="0" anchor="ctr">
            <a:noAutofit/>
          </a:bodyPr>
          <a:lstStyle>
            <a:lvl1pPr marL="0" marR="0" indent="0" algn="ctr" defTabSz="1219079" rtl="0" eaLnBrk="1" fontAlgn="auto" latinLnBrk="0" hangingPunct="1">
              <a:lnSpc>
                <a:spcPct val="100000"/>
              </a:lnSpc>
              <a:spcBef>
                <a:spcPct val="0"/>
              </a:spcBef>
              <a:spcAft>
                <a:spcPts val="0"/>
              </a:spcAft>
              <a:buClrTx/>
              <a:buSzTx/>
              <a:buFontTx/>
              <a:buNone/>
              <a:tabLst>
                <a:tab pos="1820589" algn="l"/>
              </a:tabLst>
              <a:defRPr lang="ru-RU" sz="4000" b="1" i="0" kern="1200" spc="0" baseline="0" dirty="0">
                <a:solidFill>
                  <a:schemeClr val="tx2"/>
                </a:solidFill>
                <a:latin typeface="Tahoma" charset="0"/>
                <a:cs typeface="Tahoma" charset="0"/>
              </a:defRPr>
            </a:lvl1pPr>
          </a:lstStyle>
          <a:p>
            <a:pPr algn="l"/>
            <a:r>
              <a:rPr lang="en-US" sz="7199">
                <a:solidFill>
                  <a:schemeClr val="bg1"/>
                </a:solidFill>
                <a:latin typeface="Segoe UI" panose="020B0502040204020203" pitchFamily="34" charset="0"/>
                <a:cs typeface="Segoe UI" panose="020B0502040204020203" pitchFamily="34" charset="0"/>
              </a:rPr>
              <a:t>THANK YOU </a:t>
            </a:r>
            <a:br>
              <a:rPr lang="ru-RU" sz="7199">
                <a:solidFill>
                  <a:schemeClr val="bg1"/>
                </a:solidFill>
                <a:latin typeface="Segoe UI" panose="020B0502040204020203" pitchFamily="34" charset="0"/>
                <a:cs typeface="Segoe UI" panose="020B0502040204020203" pitchFamily="34" charset="0"/>
              </a:rPr>
            </a:br>
            <a:r>
              <a:rPr lang="en-US" sz="7199">
                <a:solidFill>
                  <a:schemeClr val="bg1"/>
                </a:solidFill>
                <a:latin typeface="Segoe UI" panose="020B0502040204020203" pitchFamily="34" charset="0"/>
                <a:cs typeface="Segoe UI" panose="020B0502040204020203" pitchFamily="34" charset="0"/>
              </a:rPr>
              <a:t>FOR YOUR </a:t>
            </a:r>
            <a:r>
              <a:rPr lang="en-US" sz="4949" b="0">
                <a:solidFill>
                  <a:schemeClr val="bg1"/>
                </a:solidFill>
                <a:latin typeface="Segoe UI" panose="020B0502040204020203" pitchFamily="34" charset="0"/>
                <a:cs typeface="Segoe UI" panose="020B0502040204020203" pitchFamily="34" charset="0"/>
              </a:rPr>
              <a:t>TIME TODAY</a:t>
            </a:r>
          </a:p>
        </p:txBody>
      </p:sp>
    </p:spTree>
    <p:extLst>
      <p:ext uri="{BB962C8B-B14F-4D97-AF65-F5344CB8AC3E}">
        <p14:creationId xmlns:p14="http://schemas.microsoft.com/office/powerpoint/2010/main" val="151611985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00078 -0.54027 L -0.00078 0.6176 " pathEditMode="relative" rAng="0" ptsTypes="AA">
                                          <p:cBhvr>
                                            <p:cTn id="6" dur="2000" fill="hold"/>
                                            <p:tgtEl>
                                              <p:spTgt spid="2"/>
                                            </p:tgtEl>
                                            <p:attrNameLst>
                                              <p:attrName>ppt_x</p:attrName>
                                              <p:attrName>ppt_y</p:attrName>
                                            </p:attrNameLst>
                                          </p:cBhvr>
                                          <p:rCtr x="0" y="57894"/>
                                        </p:animMotion>
                                      </p:childTnLst>
                                    </p:cTn>
                                  </p:par>
                                  <p:par>
                                    <p:cTn id="7" presetID="0" presetClass="path" presetSubtype="0" repeatCount="indefinite" fill="hold" nodeType="withEffect">
                                      <p:stCondLst>
                                        <p:cond delay="0"/>
                                      </p:stCondLst>
                                      <p:childTnLst>
                                        <p:animMotion origin="layout" path="M -0.00078 -0.54027 L -0.00078 0.6176 " pathEditMode="relative" rAng="0" ptsTypes="AA">
                                          <p:cBhvr>
                                            <p:cTn id="8" dur="3000" fill="hold"/>
                                            <p:tgtEl>
                                              <p:spTgt spid="3"/>
                                            </p:tgtEl>
                                            <p:attrNameLst>
                                              <p:attrName>ppt_x</p:attrName>
                                              <p:attrName>ppt_y</p:attrName>
                                            </p:attrNameLst>
                                          </p:cBhvr>
                                          <p:rCtr x="0" y="57894"/>
                                        </p:animMotion>
                                      </p:childTnLst>
                                    </p:cTn>
                                  </p:par>
                                  <p:par>
                                    <p:cTn id="9" presetID="0" presetClass="path" presetSubtype="0" repeatCount="indefinite" fill="hold" nodeType="withEffect">
                                      <p:stCondLst>
                                        <p:cond delay="0"/>
                                      </p:stCondLst>
                                      <p:childTnLst>
                                        <p:animMotion origin="layout" path="M -0.00078 -0.54027 L -0.00078 0.6176 " pathEditMode="relative" rAng="0" ptsTypes="AA">
                                          <p:cBhvr>
                                            <p:cTn id="10" dur="2000" fill="hold"/>
                                            <p:tgtEl>
                                              <p:spTgt spid="4"/>
                                            </p:tgtEl>
                                            <p:attrNameLst>
                                              <p:attrName>ppt_x</p:attrName>
                                              <p:attrName>ppt_y</p:attrName>
                                            </p:attrNameLst>
                                          </p:cBhvr>
                                          <p:rCtr x="0" y="57894"/>
                                        </p:animMotion>
                                      </p:childTnLst>
                                    </p:cTn>
                                  </p:par>
                                  <p:par>
                                    <p:cTn id="11" presetID="0" presetClass="path" presetSubtype="0" repeatCount="indefinite" fill="hold" nodeType="withEffect">
                                      <p:stCondLst>
                                        <p:cond delay="0"/>
                                      </p:stCondLst>
                                      <p:childTnLst>
                                        <p:animMotion origin="layout" path="M -0.00078 -0.54027 L -0.00078 0.6176 " pathEditMode="relative" rAng="0" ptsTypes="AA">
                                          <p:cBhvr>
                                            <p:cTn id="12" dur="3000" fill="hold"/>
                                            <p:tgtEl>
                                              <p:spTgt spid="5"/>
                                            </p:tgtEl>
                                            <p:attrNameLst>
                                              <p:attrName>ppt_x</p:attrName>
                                              <p:attrName>ppt_y</p:attrName>
                                            </p:attrNameLst>
                                          </p:cBhvr>
                                          <p:rCtr x="0" y="57894"/>
                                        </p:animMotion>
                                      </p:childTnLst>
                                    </p:cTn>
                                  </p:par>
                                  <p:par>
                                    <p:cTn id="13" presetID="0" presetClass="path" presetSubtype="0" repeatCount="indefinite" fill="hold" nodeType="withEffect">
                                      <p:stCondLst>
                                        <p:cond delay="0"/>
                                      </p:stCondLst>
                                      <p:childTnLst>
                                        <p:animMotion origin="layout" path="M -0.00078 -0.54027 L -0.00078 0.6176 " pathEditMode="relative" rAng="0" ptsTypes="AA">
                                          <p:cBhvr>
                                            <p:cTn id="14" dur="2000" fill="hold"/>
                                            <p:tgtEl>
                                              <p:spTgt spid="6"/>
                                            </p:tgtEl>
                                            <p:attrNameLst>
                                              <p:attrName>ppt_x</p:attrName>
                                              <p:attrName>ppt_y</p:attrName>
                                            </p:attrNameLst>
                                          </p:cBhvr>
                                          <p:rCtr x="0" y="57894"/>
                                        </p:animMotion>
                                      </p:childTnLst>
                                    </p:cTn>
                                  </p:par>
                                  <p:par>
                                    <p:cTn id="15" presetID="0" presetClass="path" presetSubtype="0" repeatCount="indefinite" fill="hold" nodeType="withEffect">
                                      <p:stCondLst>
                                        <p:cond delay="0"/>
                                      </p:stCondLst>
                                      <p:childTnLst>
                                        <p:animMotion origin="layout" path="M -0.00078 -0.54027 L -0.00078 0.6176 " pathEditMode="relative" rAng="0" ptsTypes="AA">
                                          <p:cBhvr>
                                            <p:cTn id="16" dur="3000" fill="hold"/>
                                            <p:tgtEl>
                                              <p:spTgt spid="7"/>
                                            </p:tgtEl>
                                            <p:attrNameLst>
                                              <p:attrName>ppt_x</p:attrName>
                                              <p:attrName>ppt_y</p:attrName>
                                            </p:attrNameLst>
                                          </p:cBhvr>
                                          <p:rCtr x="0" y="57894"/>
                                        </p:animMotion>
                                      </p:childTnLst>
                                    </p:cTn>
                                  </p:par>
                                  <p:par>
                                    <p:cTn id="17" presetID="0" presetClass="path" presetSubtype="0" repeatCount="indefinite" fill="hold" nodeType="withEffect">
                                      <p:stCondLst>
                                        <p:cond delay="0"/>
                                      </p:stCondLst>
                                      <p:childTnLst>
                                        <p:animMotion origin="layout" path="M -0.00078 -0.54027 L -0.00078 0.6176 " pathEditMode="relative" rAng="0" ptsTypes="AA">
                                          <p:cBhvr>
                                            <p:cTn id="18" dur="2000" fill="hold"/>
                                            <p:tgtEl>
                                              <p:spTgt spid="8"/>
                                            </p:tgtEl>
                                            <p:attrNameLst>
                                              <p:attrName>ppt_x</p:attrName>
                                              <p:attrName>ppt_y</p:attrName>
                                            </p:attrNameLst>
                                          </p:cBhvr>
                                          <p:rCtr x="0" y="57894"/>
                                        </p:animMotion>
                                      </p:childTnLst>
                                    </p:cTn>
                                  </p:par>
                                  <p:par>
                                    <p:cTn id="19" presetID="0" presetClass="path" presetSubtype="0" repeatCount="indefinite" fill="hold" nodeType="withEffect">
                                      <p:stCondLst>
                                        <p:cond delay="0"/>
                                      </p:stCondLst>
                                      <p:childTnLst>
                                        <p:animMotion origin="layout" path="M -0.00078 -0.54027 L -0.00078 0.6176 " pathEditMode="relative" rAng="0" ptsTypes="AA">
                                          <p:cBhvr>
                                            <p:cTn id="20" dur="3000" fill="hold"/>
                                            <p:tgtEl>
                                              <p:spTgt spid="9"/>
                                            </p:tgtEl>
                                            <p:attrNameLst>
                                              <p:attrName>ppt_x</p:attrName>
                                              <p:attrName>ppt_y</p:attrName>
                                            </p:attrNameLst>
                                          </p:cBhvr>
                                          <p:rCtr x="0" y="57894"/>
                                        </p:animMotion>
                                      </p:childTnLst>
                                    </p:cTn>
                                  </p:par>
                                  <p:par>
                                    <p:cTn id="21" presetID="0" presetClass="path" presetSubtype="0" repeatCount="indefinite" fill="hold" nodeType="withEffect">
                                      <p:stCondLst>
                                        <p:cond delay="0"/>
                                      </p:stCondLst>
                                      <p:childTnLst>
                                        <p:animMotion origin="layout" path="M -0.00078 -0.54027 L -0.00078 0.6176 " pathEditMode="relative" rAng="0" ptsTypes="AA">
                                          <p:cBhvr>
                                            <p:cTn id="22" dur="2000" fill="hold"/>
                                            <p:tgtEl>
                                              <p:spTgt spid="10"/>
                                            </p:tgtEl>
                                            <p:attrNameLst>
                                              <p:attrName>ppt_x</p:attrName>
                                              <p:attrName>ppt_y</p:attrName>
                                            </p:attrNameLst>
                                          </p:cBhvr>
                                          <p:rCtr x="0" y="57894"/>
                                        </p:animMotion>
                                      </p:childTnLst>
                                    </p:cTn>
                                  </p:par>
                                  <p:par>
                                    <p:cTn id="23" presetID="0" presetClass="path" presetSubtype="0" repeatCount="indefinite" fill="hold" nodeType="withEffect">
                                      <p:stCondLst>
                                        <p:cond delay="0"/>
                                      </p:stCondLst>
                                      <p:childTnLst>
                                        <p:animMotion origin="layout" path="M -0.00078 -0.54027 L -0.00078 0.6176 " pathEditMode="relative" rAng="0" ptsTypes="AA">
                                          <p:cBhvr>
                                            <p:cTn id="24" dur="3000" fill="hold"/>
                                            <p:tgtEl>
                                              <p:spTgt spid="11"/>
                                            </p:tgtEl>
                                            <p:attrNameLst>
                                              <p:attrName>ppt_x</p:attrName>
                                              <p:attrName>ppt_y</p:attrName>
                                            </p:attrNameLst>
                                          </p:cBhvr>
                                          <p:rCtr x="0" y="57894"/>
                                        </p:animMotion>
                                      </p:childTnLst>
                                    </p:cTn>
                                  </p:par>
                                  <p:par>
                                    <p:cTn id="25" presetID="0" presetClass="path" presetSubtype="0" repeatCount="indefinite" fill="hold" nodeType="withEffect">
                                      <p:stCondLst>
                                        <p:cond delay="0"/>
                                      </p:stCondLst>
                                      <p:childTnLst>
                                        <p:animMotion origin="layout" path="M -0.00078 -0.54027 L -0.00078 0.6176 " pathEditMode="relative" rAng="0" ptsTypes="AA">
                                          <p:cBhvr>
                                            <p:cTn id="26" dur="2000" fill="hold"/>
                                            <p:tgtEl>
                                              <p:spTgt spid="12"/>
                                            </p:tgtEl>
                                            <p:attrNameLst>
                                              <p:attrName>ppt_x</p:attrName>
                                              <p:attrName>ppt_y</p:attrName>
                                            </p:attrNameLst>
                                          </p:cBhvr>
                                          <p:rCtr x="0" y="57894"/>
                                        </p:animMotion>
                                      </p:childTnLst>
                                    </p:cTn>
                                  </p:par>
                                  <p:par>
                                    <p:cTn id="27" presetID="0" presetClass="path" presetSubtype="0" repeatCount="indefinite" fill="hold" nodeType="withEffect">
                                      <p:stCondLst>
                                        <p:cond delay="0"/>
                                      </p:stCondLst>
                                      <p:childTnLst>
                                        <p:animMotion origin="layout" path="M -0.00078 -0.54027 L -0.00078 0.6176 " pathEditMode="relative" rAng="0" ptsTypes="AA">
                                          <p:cBhvr>
                                            <p:cTn id="28" dur="3000" fill="hold"/>
                                            <p:tgtEl>
                                              <p:spTgt spid="13"/>
                                            </p:tgtEl>
                                            <p:attrNameLst>
                                              <p:attrName>ppt_x</p:attrName>
                                              <p:attrName>ppt_y</p:attrName>
                                            </p:attrNameLst>
                                          </p:cBhvr>
                                          <p:rCtr x="0" y="57894"/>
                                        </p:animMotion>
                                      </p:childTnLst>
                                    </p:cTn>
                                  </p:par>
                                </p:childTnLst>
                              </p:cTn>
                            </p:par>
                            <p:par>
                              <p:cTn id="29" fill="hold">
                                <p:stCondLst>
                                  <p:cond delay="3000"/>
                                </p:stCondLst>
                                <p:childTnLst>
                                  <p:par>
                                    <p:cTn id="30" presetID="2" presetClass="entr" presetSubtype="2" fill="hold" grpId="0" nodeType="afterEffect" p14:presetBounceEnd="50000">
                                      <p:stCondLst>
                                        <p:cond delay="0"/>
                                      </p:stCondLst>
                                      <p:iterate type="lt">
                                        <p:tmPct val="10000"/>
                                      </p:iterate>
                                      <p:childTnLst>
                                        <p:set>
                                          <p:cBhvr>
                                            <p:cTn id="31" dur="1" fill="hold">
                                              <p:stCondLst>
                                                <p:cond delay="0"/>
                                              </p:stCondLst>
                                            </p:cTn>
                                            <p:tgtEl>
                                              <p:spTgt spid="14"/>
                                            </p:tgtEl>
                                            <p:attrNameLst>
                                              <p:attrName>style.visibility</p:attrName>
                                            </p:attrNameLst>
                                          </p:cBhvr>
                                          <p:to>
                                            <p:strVal val="visible"/>
                                          </p:to>
                                        </p:set>
                                        <p:anim calcmode="lin" valueType="num" p14:bounceEnd="50000">
                                          <p:cBhvr additive="base">
                                            <p:cTn id="32" dur="1000" fill="hold"/>
                                            <p:tgtEl>
                                              <p:spTgt spid="14"/>
                                            </p:tgtEl>
                                            <p:attrNameLst>
                                              <p:attrName>ppt_x</p:attrName>
                                            </p:attrNameLst>
                                          </p:cBhvr>
                                          <p:tavLst>
                                            <p:tav tm="0">
                                              <p:val>
                                                <p:strVal val="1+#ppt_w/2"/>
                                              </p:val>
                                            </p:tav>
                                            <p:tav tm="100000">
                                              <p:val>
                                                <p:strVal val="#ppt_x"/>
                                              </p:val>
                                            </p:tav>
                                          </p:tavLst>
                                        </p:anim>
                                        <p:anim calcmode="lin" valueType="num" p14:bounceEnd="50000">
                                          <p:cBhvr additive="base">
                                            <p:cTn id="33" dur="10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00078 -0.54027 L -0.00078 0.6176 " pathEditMode="relative" rAng="0" ptsTypes="AA">
                                          <p:cBhvr>
                                            <p:cTn id="6" dur="2000" fill="hold"/>
                                            <p:tgtEl>
                                              <p:spTgt spid="2"/>
                                            </p:tgtEl>
                                            <p:attrNameLst>
                                              <p:attrName>ppt_x</p:attrName>
                                              <p:attrName>ppt_y</p:attrName>
                                            </p:attrNameLst>
                                          </p:cBhvr>
                                          <p:rCtr x="0" y="57894"/>
                                        </p:animMotion>
                                      </p:childTnLst>
                                    </p:cTn>
                                  </p:par>
                                  <p:par>
                                    <p:cTn id="7" presetID="0" presetClass="path" presetSubtype="0" repeatCount="indefinite" fill="hold" nodeType="withEffect">
                                      <p:stCondLst>
                                        <p:cond delay="0"/>
                                      </p:stCondLst>
                                      <p:childTnLst>
                                        <p:animMotion origin="layout" path="M -0.00078 -0.54027 L -0.00078 0.6176 " pathEditMode="relative" rAng="0" ptsTypes="AA">
                                          <p:cBhvr>
                                            <p:cTn id="8" dur="3000" fill="hold"/>
                                            <p:tgtEl>
                                              <p:spTgt spid="3"/>
                                            </p:tgtEl>
                                            <p:attrNameLst>
                                              <p:attrName>ppt_x</p:attrName>
                                              <p:attrName>ppt_y</p:attrName>
                                            </p:attrNameLst>
                                          </p:cBhvr>
                                          <p:rCtr x="0" y="57894"/>
                                        </p:animMotion>
                                      </p:childTnLst>
                                    </p:cTn>
                                  </p:par>
                                  <p:par>
                                    <p:cTn id="9" presetID="0" presetClass="path" presetSubtype="0" repeatCount="indefinite" fill="hold" nodeType="withEffect">
                                      <p:stCondLst>
                                        <p:cond delay="0"/>
                                      </p:stCondLst>
                                      <p:childTnLst>
                                        <p:animMotion origin="layout" path="M -0.00078 -0.54027 L -0.00078 0.6176 " pathEditMode="relative" rAng="0" ptsTypes="AA">
                                          <p:cBhvr>
                                            <p:cTn id="10" dur="2000" fill="hold"/>
                                            <p:tgtEl>
                                              <p:spTgt spid="4"/>
                                            </p:tgtEl>
                                            <p:attrNameLst>
                                              <p:attrName>ppt_x</p:attrName>
                                              <p:attrName>ppt_y</p:attrName>
                                            </p:attrNameLst>
                                          </p:cBhvr>
                                          <p:rCtr x="0" y="57894"/>
                                        </p:animMotion>
                                      </p:childTnLst>
                                    </p:cTn>
                                  </p:par>
                                  <p:par>
                                    <p:cTn id="11" presetID="0" presetClass="path" presetSubtype="0" repeatCount="indefinite" fill="hold" nodeType="withEffect">
                                      <p:stCondLst>
                                        <p:cond delay="0"/>
                                      </p:stCondLst>
                                      <p:childTnLst>
                                        <p:animMotion origin="layout" path="M -0.00078 -0.54027 L -0.00078 0.6176 " pathEditMode="relative" rAng="0" ptsTypes="AA">
                                          <p:cBhvr>
                                            <p:cTn id="12" dur="3000" fill="hold"/>
                                            <p:tgtEl>
                                              <p:spTgt spid="5"/>
                                            </p:tgtEl>
                                            <p:attrNameLst>
                                              <p:attrName>ppt_x</p:attrName>
                                              <p:attrName>ppt_y</p:attrName>
                                            </p:attrNameLst>
                                          </p:cBhvr>
                                          <p:rCtr x="0" y="57894"/>
                                        </p:animMotion>
                                      </p:childTnLst>
                                    </p:cTn>
                                  </p:par>
                                  <p:par>
                                    <p:cTn id="13" presetID="0" presetClass="path" presetSubtype="0" repeatCount="indefinite" fill="hold" nodeType="withEffect">
                                      <p:stCondLst>
                                        <p:cond delay="0"/>
                                      </p:stCondLst>
                                      <p:childTnLst>
                                        <p:animMotion origin="layout" path="M -0.00078 -0.54027 L -0.00078 0.6176 " pathEditMode="relative" rAng="0" ptsTypes="AA">
                                          <p:cBhvr>
                                            <p:cTn id="14" dur="2000" fill="hold"/>
                                            <p:tgtEl>
                                              <p:spTgt spid="6"/>
                                            </p:tgtEl>
                                            <p:attrNameLst>
                                              <p:attrName>ppt_x</p:attrName>
                                              <p:attrName>ppt_y</p:attrName>
                                            </p:attrNameLst>
                                          </p:cBhvr>
                                          <p:rCtr x="0" y="57894"/>
                                        </p:animMotion>
                                      </p:childTnLst>
                                    </p:cTn>
                                  </p:par>
                                  <p:par>
                                    <p:cTn id="15" presetID="0" presetClass="path" presetSubtype="0" repeatCount="indefinite" fill="hold" nodeType="withEffect">
                                      <p:stCondLst>
                                        <p:cond delay="0"/>
                                      </p:stCondLst>
                                      <p:childTnLst>
                                        <p:animMotion origin="layout" path="M -0.00078 -0.54027 L -0.00078 0.6176 " pathEditMode="relative" rAng="0" ptsTypes="AA">
                                          <p:cBhvr>
                                            <p:cTn id="16" dur="3000" fill="hold"/>
                                            <p:tgtEl>
                                              <p:spTgt spid="7"/>
                                            </p:tgtEl>
                                            <p:attrNameLst>
                                              <p:attrName>ppt_x</p:attrName>
                                              <p:attrName>ppt_y</p:attrName>
                                            </p:attrNameLst>
                                          </p:cBhvr>
                                          <p:rCtr x="0" y="57894"/>
                                        </p:animMotion>
                                      </p:childTnLst>
                                    </p:cTn>
                                  </p:par>
                                  <p:par>
                                    <p:cTn id="17" presetID="0" presetClass="path" presetSubtype="0" repeatCount="indefinite" fill="hold" nodeType="withEffect">
                                      <p:stCondLst>
                                        <p:cond delay="0"/>
                                      </p:stCondLst>
                                      <p:childTnLst>
                                        <p:animMotion origin="layout" path="M -0.00078 -0.54027 L -0.00078 0.6176 " pathEditMode="relative" rAng="0" ptsTypes="AA">
                                          <p:cBhvr>
                                            <p:cTn id="18" dur="2000" fill="hold"/>
                                            <p:tgtEl>
                                              <p:spTgt spid="8"/>
                                            </p:tgtEl>
                                            <p:attrNameLst>
                                              <p:attrName>ppt_x</p:attrName>
                                              <p:attrName>ppt_y</p:attrName>
                                            </p:attrNameLst>
                                          </p:cBhvr>
                                          <p:rCtr x="0" y="57894"/>
                                        </p:animMotion>
                                      </p:childTnLst>
                                    </p:cTn>
                                  </p:par>
                                  <p:par>
                                    <p:cTn id="19" presetID="0" presetClass="path" presetSubtype="0" repeatCount="indefinite" fill="hold" nodeType="withEffect">
                                      <p:stCondLst>
                                        <p:cond delay="0"/>
                                      </p:stCondLst>
                                      <p:childTnLst>
                                        <p:animMotion origin="layout" path="M -0.00078 -0.54027 L -0.00078 0.6176 " pathEditMode="relative" rAng="0" ptsTypes="AA">
                                          <p:cBhvr>
                                            <p:cTn id="20" dur="3000" fill="hold"/>
                                            <p:tgtEl>
                                              <p:spTgt spid="9"/>
                                            </p:tgtEl>
                                            <p:attrNameLst>
                                              <p:attrName>ppt_x</p:attrName>
                                              <p:attrName>ppt_y</p:attrName>
                                            </p:attrNameLst>
                                          </p:cBhvr>
                                          <p:rCtr x="0" y="57894"/>
                                        </p:animMotion>
                                      </p:childTnLst>
                                    </p:cTn>
                                  </p:par>
                                  <p:par>
                                    <p:cTn id="21" presetID="0" presetClass="path" presetSubtype="0" repeatCount="indefinite" fill="hold" nodeType="withEffect">
                                      <p:stCondLst>
                                        <p:cond delay="0"/>
                                      </p:stCondLst>
                                      <p:childTnLst>
                                        <p:animMotion origin="layout" path="M -0.00078 -0.54027 L -0.00078 0.6176 " pathEditMode="relative" rAng="0" ptsTypes="AA">
                                          <p:cBhvr>
                                            <p:cTn id="22" dur="2000" fill="hold"/>
                                            <p:tgtEl>
                                              <p:spTgt spid="10"/>
                                            </p:tgtEl>
                                            <p:attrNameLst>
                                              <p:attrName>ppt_x</p:attrName>
                                              <p:attrName>ppt_y</p:attrName>
                                            </p:attrNameLst>
                                          </p:cBhvr>
                                          <p:rCtr x="0" y="57894"/>
                                        </p:animMotion>
                                      </p:childTnLst>
                                    </p:cTn>
                                  </p:par>
                                  <p:par>
                                    <p:cTn id="23" presetID="0" presetClass="path" presetSubtype="0" repeatCount="indefinite" fill="hold" nodeType="withEffect">
                                      <p:stCondLst>
                                        <p:cond delay="0"/>
                                      </p:stCondLst>
                                      <p:childTnLst>
                                        <p:animMotion origin="layout" path="M -0.00078 -0.54027 L -0.00078 0.6176 " pathEditMode="relative" rAng="0" ptsTypes="AA">
                                          <p:cBhvr>
                                            <p:cTn id="24" dur="3000" fill="hold"/>
                                            <p:tgtEl>
                                              <p:spTgt spid="11"/>
                                            </p:tgtEl>
                                            <p:attrNameLst>
                                              <p:attrName>ppt_x</p:attrName>
                                              <p:attrName>ppt_y</p:attrName>
                                            </p:attrNameLst>
                                          </p:cBhvr>
                                          <p:rCtr x="0" y="57894"/>
                                        </p:animMotion>
                                      </p:childTnLst>
                                    </p:cTn>
                                  </p:par>
                                  <p:par>
                                    <p:cTn id="25" presetID="0" presetClass="path" presetSubtype="0" repeatCount="indefinite" fill="hold" nodeType="withEffect">
                                      <p:stCondLst>
                                        <p:cond delay="0"/>
                                      </p:stCondLst>
                                      <p:childTnLst>
                                        <p:animMotion origin="layout" path="M -0.00078 -0.54027 L -0.00078 0.6176 " pathEditMode="relative" rAng="0" ptsTypes="AA">
                                          <p:cBhvr>
                                            <p:cTn id="26" dur="2000" fill="hold"/>
                                            <p:tgtEl>
                                              <p:spTgt spid="12"/>
                                            </p:tgtEl>
                                            <p:attrNameLst>
                                              <p:attrName>ppt_x</p:attrName>
                                              <p:attrName>ppt_y</p:attrName>
                                            </p:attrNameLst>
                                          </p:cBhvr>
                                          <p:rCtr x="0" y="57894"/>
                                        </p:animMotion>
                                      </p:childTnLst>
                                    </p:cTn>
                                  </p:par>
                                  <p:par>
                                    <p:cTn id="27" presetID="0" presetClass="path" presetSubtype="0" repeatCount="indefinite" fill="hold" nodeType="withEffect">
                                      <p:stCondLst>
                                        <p:cond delay="0"/>
                                      </p:stCondLst>
                                      <p:childTnLst>
                                        <p:animMotion origin="layout" path="M -0.00078 -0.54027 L -0.00078 0.6176 " pathEditMode="relative" rAng="0" ptsTypes="AA">
                                          <p:cBhvr>
                                            <p:cTn id="28" dur="3000" fill="hold"/>
                                            <p:tgtEl>
                                              <p:spTgt spid="13"/>
                                            </p:tgtEl>
                                            <p:attrNameLst>
                                              <p:attrName>ppt_x</p:attrName>
                                              <p:attrName>ppt_y</p:attrName>
                                            </p:attrNameLst>
                                          </p:cBhvr>
                                          <p:rCtr x="0" y="57894"/>
                                        </p:animMotion>
                                      </p:childTnLst>
                                    </p:cTn>
                                  </p:par>
                                </p:childTnLst>
                              </p:cTn>
                            </p:par>
                            <p:par>
                              <p:cTn id="29" fill="hold">
                                <p:stCondLst>
                                  <p:cond delay="3000"/>
                                </p:stCondLst>
                                <p:childTnLst>
                                  <p:par>
                                    <p:cTn id="30" presetID="2" presetClass="entr" presetSubtype="2" fill="hold" grpId="0" nodeType="afterEffect">
                                      <p:stCondLst>
                                        <p:cond delay="0"/>
                                      </p:stCondLst>
                                      <p:iterate type="lt">
                                        <p:tmPct val="10000"/>
                                      </p:iterate>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1000" fill="hold"/>
                                            <p:tgtEl>
                                              <p:spTgt spid="14"/>
                                            </p:tgtEl>
                                            <p:attrNameLst>
                                              <p:attrName>ppt_x</p:attrName>
                                            </p:attrNameLst>
                                          </p:cBhvr>
                                          <p:tavLst>
                                            <p:tav tm="0">
                                              <p:val>
                                                <p:strVal val="1+#ppt_w/2"/>
                                              </p:val>
                                            </p:tav>
                                            <p:tav tm="100000">
                                              <p:val>
                                                <p:strVal val="#ppt_x"/>
                                              </p:val>
                                            </p:tav>
                                          </p:tavLst>
                                        </p:anim>
                                        <p:anim calcmode="lin" valueType="num">
                                          <p:cBhvr additive="base">
                                            <p:cTn id="33" dur="10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3C6769D8-6852-3D27-CB77-82B848325D14}"/>
              </a:ext>
            </a:extLst>
          </p:cNvPr>
          <p:cNvPicPr>
            <a:picLocks noGrp="1" noChangeAspect="1"/>
          </p:cNvPicPr>
          <p:nvPr>
            <p:ph type="pic" sz="quarter" idx="25"/>
          </p:nvPr>
        </p:nvPicPr>
        <p:blipFill>
          <a:blip r:embed="rId2">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3110466323"/>
      </p:ext>
    </p:extLst>
  </p:cSld>
  <p:clrMapOvr>
    <a:masterClrMapping/>
  </p:clrMapOvr>
</p:sld>
</file>

<file path=ppt/theme/theme1.xml><?xml version="1.0" encoding="utf-8"?>
<a:theme xmlns:a="http://schemas.openxmlformats.org/drawingml/2006/main" name="Office Theme">
  <a:themeElements>
    <a:clrScheme name="Netwoven Default Theme">
      <a:dk1>
        <a:sysClr val="windowText" lastClr="000000"/>
      </a:dk1>
      <a:lt1>
        <a:sysClr val="window" lastClr="FFFFFF"/>
      </a:lt1>
      <a:dk2>
        <a:srgbClr val="44546A"/>
      </a:dk2>
      <a:lt2>
        <a:srgbClr val="E7E6E6"/>
      </a:lt2>
      <a:accent1>
        <a:srgbClr val="00B0F0"/>
      </a:accent1>
      <a:accent2>
        <a:srgbClr val="7030A0"/>
      </a:accent2>
      <a:accent3>
        <a:srgbClr val="7F7F7F"/>
      </a:accent3>
      <a:accent4>
        <a:srgbClr val="FFC000"/>
      </a:accent4>
      <a:accent5>
        <a:srgbClr val="375623"/>
      </a:accent5>
      <a:accent6>
        <a:srgbClr val="70AD47"/>
      </a:accent6>
      <a:hlink>
        <a:srgbClr val="0563C1"/>
      </a:hlink>
      <a:folHlink>
        <a:srgbClr val="954F72"/>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BAFEA23F-5477-4F0A-8520-14AEDEBAFE71}" vid="{1C4060B6-52A2-4117-AB24-B95E7AD174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3e71191-c083-4948-94ca-f99c3ca5a353}" enabled="1" method="Standard" siteId="{85f66ea0-8fe4-48b9-a1a7-8633937d534a}" removed="0"/>
</clbl:labelList>
</file>

<file path=docProps/app.xml><?xml version="1.0" encoding="utf-8"?>
<Properties xmlns="http://schemas.openxmlformats.org/officeDocument/2006/extended-properties" xmlns:vt="http://schemas.openxmlformats.org/officeDocument/2006/docPropsVTypes">
  <Template/>
  <TotalTime>0</TotalTime>
  <Words>162</Words>
  <Application>Microsoft Office PowerPoint</Application>
  <PresentationFormat>Widescreen</PresentationFormat>
  <Paragraphs>10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Segoe UI</vt:lpstr>
      <vt:lpstr>Office Theme</vt:lpstr>
      <vt:lpstr>How to Use This Template…</vt:lpstr>
      <vt:lpstr>PowerPoint Presentation</vt:lpstr>
      <vt:lpstr>PowerPoint Presentation</vt:lpstr>
      <vt:lpstr>SECTION DIVIDER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Netwoven</dc:creator>
  <cp:lastModifiedBy>Netwoven</cp:lastModifiedBy>
  <cp:revision>1</cp:revision>
  <dcterms:created xsi:type="dcterms:W3CDTF">2026-09-02T23:57:01Z</dcterms:created>
  <dcterms:modified xsi:type="dcterms:W3CDTF">2026-09-02T23:57:38Z</dcterms:modified>
</cp:coreProperties>
</file>